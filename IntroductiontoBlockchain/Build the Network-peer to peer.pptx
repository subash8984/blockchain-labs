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040" y="-5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708" y="2039238"/>
            <a:ext cx="44697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7225">
              <a:lnSpc>
                <a:spcPts val="129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Build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Peer-to-</a:t>
            </a:r>
            <a:r>
              <a:rPr sz="1100" dirty="0">
                <a:latin typeface="Times New Roman"/>
                <a:cs typeface="Times New Roman"/>
              </a:rPr>
              <a:t>Peer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Simulation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770"/>
              </a:lnSpc>
            </a:pPr>
            <a:r>
              <a:rPr sz="1500" b="1" spc="-10" dirty="0">
                <a:latin typeface="Times New Roman"/>
                <a:cs typeface="Times New Roman"/>
              </a:rPr>
              <a:t>Objective/Aim: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150" y="2521470"/>
            <a:ext cx="6661150" cy="415498"/>
          </a:xfrm>
          <a:prstGeom prst="rect">
            <a:avLst/>
          </a:prstGeom>
          <a:ln w="12696">
            <a:solidFill>
              <a:srgbClr val="151616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2700" marR="60325" indent="69850">
              <a:lnSpc>
                <a:spcPts val="1270"/>
              </a:lnSpc>
              <a:spcBef>
                <a:spcPts val="64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concept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peer-</a:t>
            </a:r>
            <a:r>
              <a:rPr sz="1100" dirty="0">
                <a:latin typeface="Times New Roman"/>
                <a:cs typeface="Times New Roman"/>
              </a:rPr>
              <a:t>to-peer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simulating how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blockchain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nodes connect,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central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server.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708" y="3380613"/>
            <a:ext cx="219202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latin typeface="Times New Roman"/>
                <a:cs typeface="Times New Roman"/>
              </a:rPr>
              <a:t>Apparatus/Software</a:t>
            </a:r>
            <a:r>
              <a:rPr sz="1500" b="1" spc="7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Used: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230" y="3702443"/>
            <a:ext cx="6733540" cy="1198245"/>
          </a:xfrm>
          <a:prstGeom prst="rect">
            <a:avLst/>
          </a:prstGeom>
          <a:ln w="12696">
            <a:solidFill>
              <a:srgbClr val="151616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831215" indent="-229235">
              <a:lnSpc>
                <a:spcPct val="100000"/>
              </a:lnSpc>
              <a:spcBef>
                <a:spcPts val="905"/>
              </a:spcBef>
              <a:buFont typeface="Symbol"/>
              <a:buChar char=""/>
              <a:tabLst>
                <a:tab pos="831215" algn="l"/>
              </a:tabLst>
            </a:pPr>
            <a:r>
              <a:rPr sz="1200" spc="-10" dirty="0">
                <a:latin typeface="Times New Roman"/>
                <a:cs typeface="Times New Roman"/>
              </a:rPr>
              <a:t>Laptop</a:t>
            </a:r>
            <a:endParaRPr sz="120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831215" algn="l"/>
              </a:tabLst>
            </a:pPr>
            <a:r>
              <a:rPr sz="1200" dirty="0">
                <a:latin typeface="Times New Roman"/>
                <a:cs typeface="Times New Roman"/>
              </a:rPr>
              <a:t>Remix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IDE</a:t>
            </a:r>
            <a:endParaRPr sz="120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831215" algn="l"/>
              </a:tabLst>
            </a:pPr>
            <a:r>
              <a:rPr sz="1200" spc="-10" dirty="0">
                <a:latin typeface="Times New Roman"/>
                <a:cs typeface="Times New Roman"/>
              </a:rPr>
              <a:t>MetaMask</a:t>
            </a:r>
            <a:endParaRPr sz="120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831215" algn="l"/>
              </a:tabLst>
            </a:pPr>
            <a:r>
              <a:rPr sz="1200" spc="-10" dirty="0">
                <a:latin typeface="Times New Roman"/>
                <a:cs typeface="Times New Roman"/>
              </a:rPr>
              <a:t>Pinata(IPFS)</a:t>
            </a:r>
            <a:endParaRPr sz="120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831215" algn="l"/>
              </a:tabLst>
            </a:pP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code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708" y="5490463"/>
            <a:ext cx="14154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latin typeface="Times New Roman"/>
                <a:cs typeface="Times New Roman"/>
              </a:rPr>
              <a:t>Theory/Concept: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644" y="2083307"/>
            <a:ext cx="1817370" cy="13779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14656" y="263526"/>
            <a:ext cx="6711315" cy="1696720"/>
            <a:chOff x="414656" y="263526"/>
            <a:chExt cx="6711315" cy="1696720"/>
          </a:xfrm>
        </p:grpSpPr>
        <p:sp>
          <p:nvSpPr>
            <p:cNvPr id="9" name="object 9"/>
            <p:cNvSpPr/>
            <p:nvPr/>
          </p:nvSpPr>
          <p:spPr>
            <a:xfrm>
              <a:off x="421004" y="269874"/>
              <a:ext cx="6698615" cy="1684020"/>
            </a:xfrm>
            <a:custGeom>
              <a:avLst/>
              <a:gdLst/>
              <a:ahLst/>
              <a:cxnLst/>
              <a:rect l="l" t="t" r="r" b="b"/>
              <a:pathLst>
                <a:path w="6698615" h="1684020">
                  <a:moveTo>
                    <a:pt x="0" y="1683639"/>
                  </a:moveTo>
                  <a:lnTo>
                    <a:pt x="6698233" y="1683639"/>
                  </a:lnTo>
                  <a:lnTo>
                    <a:pt x="6698233" y="0"/>
                  </a:lnTo>
                  <a:lnTo>
                    <a:pt x="0" y="0"/>
                  </a:lnTo>
                  <a:lnTo>
                    <a:pt x="0" y="1683639"/>
                  </a:lnTo>
                  <a:close/>
                </a:path>
              </a:pathLst>
            </a:custGeom>
            <a:ln w="12696">
              <a:solidFill>
                <a:srgbClr val="1516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946" y="888872"/>
              <a:ext cx="542709" cy="3336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7471" y="317626"/>
              <a:ext cx="533400" cy="534670"/>
            </a:xfrm>
            <a:custGeom>
              <a:avLst/>
              <a:gdLst/>
              <a:ahLst/>
              <a:cxnLst/>
              <a:rect l="l" t="t" r="r" b="b"/>
              <a:pathLst>
                <a:path w="533400" h="534669">
                  <a:moveTo>
                    <a:pt x="533184" y="267335"/>
                  </a:moveTo>
                  <a:lnTo>
                    <a:pt x="528878" y="219202"/>
                  </a:lnTo>
                  <a:lnTo>
                    <a:pt x="516496" y="173990"/>
                  </a:lnTo>
                  <a:lnTo>
                    <a:pt x="496773" y="132461"/>
                  </a:lnTo>
                  <a:lnTo>
                    <a:pt x="490499" y="123558"/>
                  </a:lnTo>
                  <a:lnTo>
                    <a:pt x="490499" y="267081"/>
                  </a:lnTo>
                  <a:lnTo>
                    <a:pt x="485940" y="312420"/>
                  </a:lnTo>
                  <a:lnTo>
                    <a:pt x="472897" y="354457"/>
                  </a:lnTo>
                  <a:lnTo>
                    <a:pt x="452234" y="392684"/>
                  </a:lnTo>
                  <a:lnTo>
                    <a:pt x="424891" y="425958"/>
                  </a:lnTo>
                  <a:lnTo>
                    <a:pt x="391731" y="453390"/>
                  </a:lnTo>
                  <a:lnTo>
                    <a:pt x="353682" y="474091"/>
                  </a:lnTo>
                  <a:lnTo>
                    <a:pt x="311645" y="487172"/>
                  </a:lnTo>
                  <a:lnTo>
                    <a:pt x="266509" y="491744"/>
                  </a:lnTo>
                  <a:lnTo>
                    <a:pt x="221373" y="487172"/>
                  </a:lnTo>
                  <a:lnTo>
                    <a:pt x="179336" y="474091"/>
                  </a:lnTo>
                  <a:lnTo>
                    <a:pt x="141287" y="453390"/>
                  </a:lnTo>
                  <a:lnTo>
                    <a:pt x="108140" y="425958"/>
                  </a:lnTo>
                  <a:lnTo>
                    <a:pt x="80784" y="392684"/>
                  </a:lnTo>
                  <a:lnTo>
                    <a:pt x="60134" y="354457"/>
                  </a:lnTo>
                  <a:lnTo>
                    <a:pt x="47078" y="312420"/>
                  </a:lnTo>
                  <a:lnTo>
                    <a:pt x="42532" y="267081"/>
                  </a:lnTo>
                  <a:lnTo>
                    <a:pt x="47078" y="221869"/>
                  </a:lnTo>
                  <a:lnTo>
                    <a:pt x="60134" y="179705"/>
                  </a:lnTo>
                  <a:lnTo>
                    <a:pt x="80784" y="141605"/>
                  </a:lnTo>
                  <a:lnTo>
                    <a:pt x="108140" y="108331"/>
                  </a:lnTo>
                  <a:lnTo>
                    <a:pt x="141287" y="80899"/>
                  </a:lnTo>
                  <a:lnTo>
                    <a:pt x="179336" y="60198"/>
                  </a:lnTo>
                  <a:lnTo>
                    <a:pt x="221373" y="47117"/>
                  </a:lnTo>
                  <a:lnTo>
                    <a:pt x="266509" y="42545"/>
                  </a:lnTo>
                  <a:lnTo>
                    <a:pt x="311645" y="47117"/>
                  </a:lnTo>
                  <a:lnTo>
                    <a:pt x="353682" y="60198"/>
                  </a:lnTo>
                  <a:lnTo>
                    <a:pt x="391731" y="80899"/>
                  </a:lnTo>
                  <a:lnTo>
                    <a:pt x="424891" y="108331"/>
                  </a:lnTo>
                  <a:lnTo>
                    <a:pt x="452234" y="141605"/>
                  </a:lnTo>
                  <a:lnTo>
                    <a:pt x="472897" y="179705"/>
                  </a:lnTo>
                  <a:lnTo>
                    <a:pt x="485940" y="221869"/>
                  </a:lnTo>
                  <a:lnTo>
                    <a:pt x="490499" y="267081"/>
                  </a:lnTo>
                  <a:lnTo>
                    <a:pt x="490499" y="123558"/>
                  </a:lnTo>
                  <a:lnTo>
                    <a:pt x="438340" y="62865"/>
                  </a:lnTo>
                  <a:lnTo>
                    <a:pt x="401129" y="36576"/>
                  </a:lnTo>
                  <a:lnTo>
                    <a:pt x="359600" y="16764"/>
                  </a:lnTo>
                  <a:lnTo>
                    <a:pt x="314502" y="4318"/>
                  </a:lnTo>
                  <a:lnTo>
                    <a:pt x="266585" y="0"/>
                  </a:lnTo>
                  <a:lnTo>
                    <a:pt x="218681" y="4318"/>
                  </a:lnTo>
                  <a:lnTo>
                    <a:pt x="173583" y="16764"/>
                  </a:lnTo>
                  <a:lnTo>
                    <a:pt x="132054" y="36576"/>
                  </a:lnTo>
                  <a:lnTo>
                    <a:pt x="94843" y="62865"/>
                  </a:lnTo>
                  <a:lnTo>
                    <a:pt x="62712" y="95123"/>
                  </a:lnTo>
                  <a:lnTo>
                    <a:pt x="36398" y="132461"/>
                  </a:lnTo>
                  <a:lnTo>
                    <a:pt x="16687" y="173990"/>
                  </a:lnTo>
                  <a:lnTo>
                    <a:pt x="4292" y="219202"/>
                  </a:lnTo>
                  <a:lnTo>
                    <a:pt x="0" y="267335"/>
                  </a:lnTo>
                  <a:lnTo>
                    <a:pt x="4292" y="315341"/>
                  </a:lnTo>
                  <a:lnTo>
                    <a:pt x="16687" y="360553"/>
                  </a:lnTo>
                  <a:lnTo>
                    <a:pt x="36398" y="402209"/>
                  </a:lnTo>
                  <a:lnTo>
                    <a:pt x="62712" y="439547"/>
                  </a:lnTo>
                  <a:lnTo>
                    <a:pt x="94843" y="471678"/>
                  </a:lnTo>
                  <a:lnTo>
                    <a:pt x="132054" y="498094"/>
                  </a:lnTo>
                  <a:lnTo>
                    <a:pt x="173583" y="517906"/>
                  </a:lnTo>
                  <a:lnTo>
                    <a:pt x="218681" y="530352"/>
                  </a:lnTo>
                  <a:lnTo>
                    <a:pt x="266585" y="534543"/>
                  </a:lnTo>
                  <a:lnTo>
                    <a:pt x="314502" y="530352"/>
                  </a:lnTo>
                  <a:lnTo>
                    <a:pt x="359600" y="517906"/>
                  </a:lnTo>
                  <a:lnTo>
                    <a:pt x="401129" y="498094"/>
                  </a:lnTo>
                  <a:lnTo>
                    <a:pt x="470471" y="439547"/>
                  </a:lnTo>
                  <a:lnTo>
                    <a:pt x="496773" y="402209"/>
                  </a:lnTo>
                  <a:lnTo>
                    <a:pt x="516496" y="360553"/>
                  </a:lnTo>
                  <a:lnTo>
                    <a:pt x="528878" y="315341"/>
                  </a:lnTo>
                  <a:lnTo>
                    <a:pt x="533184" y="267335"/>
                  </a:lnTo>
                  <a:close/>
                </a:path>
              </a:pathLst>
            </a:custGeom>
            <a:solidFill>
              <a:srgbClr val="CC2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360" y="326643"/>
              <a:ext cx="61455" cy="467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104" y="357377"/>
              <a:ext cx="55651" cy="58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68871" y="415670"/>
              <a:ext cx="78740" cy="139700"/>
            </a:xfrm>
            <a:custGeom>
              <a:avLst/>
              <a:gdLst/>
              <a:ahLst/>
              <a:cxnLst/>
              <a:rect l="l" t="t" r="r" b="b"/>
              <a:pathLst>
                <a:path w="78740" h="139700">
                  <a:moveTo>
                    <a:pt x="35064" y="79375"/>
                  </a:moveTo>
                  <a:lnTo>
                    <a:pt x="30734" y="76581"/>
                  </a:lnTo>
                  <a:lnTo>
                    <a:pt x="23114" y="75946"/>
                  </a:lnTo>
                  <a:lnTo>
                    <a:pt x="27254" y="82296"/>
                  </a:lnTo>
                  <a:lnTo>
                    <a:pt x="25273" y="87757"/>
                  </a:lnTo>
                  <a:lnTo>
                    <a:pt x="17386" y="82550"/>
                  </a:lnTo>
                  <a:lnTo>
                    <a:pt x="9131" y="79756"/>
                  </a:lnTo>
                  <a:lnTo>
                    <a:pt x="2641" y="78740"/>
                  </a:lnTo>
                  <a:lnTo>
                    <a:pt x="0" y="78613"/>
                  </a:lnTo>
                  <a:lnTo>
                    <a:pt x="673" y="85598"/>
                  </a:lnTo>
                  <a:lnTo>
                    <a:pt x="1054" y="99060"/>
                  </a:lnTo>
                  <a:lnTo>
                    <a:pt x="5016" y="114173"/>
                  </a:lnTo>
                  <a:lnTo>
                    <a:pt x="16446" y="125984"/>
                  </a:lnTo>
                  <a:lnTo>
                    <a:pt x="15049" y="129159"/>
                  </a:lnTo>
                  <a:lnTo>
                    <a:pt x="7569" y="131572"/>
                  </a:lnTo>
                  <a:lnTo>
                    <a:pt x="9664" y="135763"/>
                  </a:lnTo>
                  <a:lnTo>
                    <a:pt x="17297" y="139192"/>
                  </a:lnTo>
                  <a:lnTo>
                    <a:pt x="18618" y="139700"/>
                  </a:lnTo>
                  <a:lnTo>
                    <a:pt x="21107" y="124460"/>
                  </a:lnTo>
                  <a:lnTo>
                    <a:pt x="24676" y="109220"/>
                  </a:lnTo>
                  <a:lnTo>
                    <a:pt x="29324" y="94234"/>
                  </a:lnTo>
                  <a:lnTo>
                    <a:pt x="31800" y="87757"/>
                  </a:lnTo>
                  <a:lnTo>
                    <a:pt x="35064" y="79375"/>
                  </a:lnTo>
                  <a:close/>
                </a:path>
                <a:path w="78740" h="139700">
                  <a:moveTo>
                    <a:pt x="42964" y="52324"/>
                  </a:moveTo>
                  <a:lnTo>
                    <a:pt x="34772" y="52324"/>
                  </a:lnTo>
                  <a:lnTo>
                    <a:pt x="42595" y="52705"/>
                  </a:lnTo>
                  <a:lnTo>
                    <a:pt x="42964" y="52324"/>
                  </a:lnTo>
                  <a:close/>
                </a:path>
                <a:path w="78740" h="139700">
                  <a:moveTo>
                    <a:pt x="48577" y="52705"/>
                  </a:moveTo>
                  <a:lnTo>
                    <a:pt x="42595" y="52705"/>
                  </a:lnTo>
                  <a:lnTo>
                    <a:pt x="34810" y="52705"/>
                  </a:lnTo>
                  <a:lnTo>
                    <a:pt x="35293" y="57023"/>
                  </a:lnTo>
                  <a:lnTo>
                    <a:pt x="41300" y="62865"/>
                  </a:lnTo>
                  <a:lnTo>
                    <a:pt x="42354" y="63754"/>
                  </a:lnTo>
                  <a:lnTo>
                    <a:pt x="48577" y="52705"/>
                  </a:lnTo>
                  <a:close/>
                </a:path>
                <a:path w="78740" h="139700">
                  <a:moveTo>
                    <a:pt x="78422" y="12700"/>
                  </a:moveTo>
                  <a:lnTo>
                    <a:pt x="75260" y="8636"/>
                  </a:lnTo>
                  <a:lnTo>
                    <a:pt x="68326" y="5461"/>
                  </a:lnTo>
                  <a:lnTo>
                    <a:pt x="70040" y="12827"/>
                  </a:lnTo>
                  <a:lnTo>
                    <a:pt x="66332" y="17272"/>
                  </a:lnTo>
                  <a:lnTo>
                    <a:pt x="60718" y="9652"/>
                  </a:lnTo>
                  <a:lnTo>
                    <a:pt x="53898" y="4191"/>
                  </a:lnTo>
                  <a:lnTo>
                    <a:pt x="48145" y="1016"/>
                  </a:lnTo>
                  <a:lnTo>
                    <a:pt x="45732" y="0"/>
                  </a:lnTo>
                  <a:lnTo>
                    <a:pt x="43980" y="6731"/>
                  </a:lnTo>
                  <a:lnTo>
                    <a:pt x="39725" y="19558"/>
                  </a:lnTo>
                  <a:lnTo>
                    <a:pt x="38290" y="35179"/>
                  </a:lnTo>
                  <a:lnTo>
                    <a:pt x="44894" y="50292"/>
                  </a:lnTo>
                  <a:lnTo>
                    <a:pt x="42964" y="52324"/>
                  </a:lnTo>
                  <a:lnTo>
                    <a:pt x="48780" y="52324"/>
                  </a:lnTo>
                  <a:lnTo>
                    <a:pt x="49923" y="50292"/>
                  </a:lnTo>
                  <a:lnTo>
                    <a:pt x="58458" y="37211"/>
                  </a:lnTo>
                  <a:lnTo>
                    <a:pt x="67957" y="24638"/>
                  </a:lnTo>
                  <a:lnTo>
                    <a:pt x="74422" y="17272"/>
                  </a:lnTo>
                  <a:lnTo>
                    <a:pt x="78422" y="12700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716" y="571372"/>
              <a:ext cx="38353" cy="63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8083" y="651509"/>
              <a:ext cx="53467" cy="595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130" y="722375"/>
              <a:ext cx="62128" cy="502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2396" y="776731"/>
              <a:ext cx="142240" cy="66040"/>
            </a:xfrm>
            <a:custGeom>
              <a:avLst/>
              <a:gdLst/>
              <a:ahLst/>
              <a:cxnLst/>
              <a:rect l="l" t="t" r="r" b="b"/>
              <a:pathLst>
                <a:path w="142240" h="66040">
                  <a:moveTo>
                    <a:pt x="63309" y="26797"/>
                  </a:moveTo>
                  <a:lnTo>
                    <a:pt x="62623" y="26543"/>
                  </a:lnTo>
                  <a:lnTo>
                    <a:pt x="48717" y="21717"/>
                  </a:lnTo>
                  <a:lnTo>
                    <a:pt x="34404" y="15494"/>
                  </a:lnTo>
                  <a:lnTo>
                    <a:pt x="20421" y="8255"/>
                  </a:lnTo>
                  <a:lnTo>
                    <a:pt x="6832" y="0"/>
                  </a:lnTo>
                  <a:lnTo>
                    <a:pt x="3441" y="3810"/>
                  </a:lnTo>
                  <a:lnTo>
                    <a:pt x="1485" y="11303"/>
                  </a:lnTo>
                  <a:lnTo>
                    <a:pt x="8432" y="8255"/>
                  </a:lnTo>
                  <a:lnTo>
                    <a:pt x="13576" y="11303"/>
                  </a:lnTo>
                  <a:lnTo>
                    <a:pt x="13347" y="11303"/>
                  </a:lnTo>
                  <a:lnTo>
                    <a:pt x="6896" y="18034"/>
                  </a:lnTo>
                  <a:lnTo>
                    <a:pt x="2768" y="25781"/>
                  </a:lnTo>
                  <a:lnTo>
                    <a:pt x="622" y="32004"/>
                  </a:lnTo>
                  <a:lnTo>
                    <a:pt x="0" y="34544"/>
                  </a:lnTo>
                  <a:lnTo>
                    <a:pt x="6972" y="35052"/>
                  </a:lnTo>
                  <a:lnTo>
                    <a:pt x="20307" y="37084"/>
                  </a:lnTo>
                  <a:lnTo>
                    <a:pt x="35852" y="35814"/>
                  </a:lnTo>
                  <a:lnTo>
                    <a:pt x="49479" y="26543"/>
                  </a:lnTo>
                  <a:lnTo>
                    <a:pt x="52336" y="28448"/>
                  </a:lnTo>
                  <a:lnTo>
                    <a:pt x="53340" y="36322"/>
                  </a:lnTo>
                  <a:lnTo>
                    <a:pt x="57886" y="34925"/>
                  </a:lnTo>
                  <a:lnTo>
                    <a:pt x="63309" y="26797"/>
                  </a:lnTo>
                  <a:close/>
                </a:path>
                <a:path w="142240" h="66040">
                  <a:moveTo>
                    <a:pt x="141998" y="37084"/>
                  </a:moveTo>
                  <a:lnTo>
                    <a:pt x="126542" y="37211"/>
                  </a:lnTo>
                  <a:lnTo>
                    <a:pt x="110985" y="36322"/>
                  </a:lnTo>
                  <a:lnTo>
                    <a:pt x="95402" y="34417"/>
                  </a:lnTo>
                  <a:lnTo>
                    <a:pt x="79819" y="31242"/>
                  </a:lnTo>
                  <a:lnTo>
                    <a:pt x="77927" y="36068"/>
                  </a:lnTo>
                  <a:lnTo>
                    <a:pt x="78613" y="43688"/>
                  </a:lnTo>
                  <a:lnTo>
                    <a:pt x="84137" y="38481"/>
                  </a:lnTo>
                  <a:lnTo>
                    <a:pt x="89814" y="39497"/>
                  </a:lnTo>
                  <a:lnTo>
                    <a:pt x="86017" y="48260"/>
                  </a:lnTo>
                  <a:lnTo>
                    <a:pt x="84759" y="56769"/>
                  </a:lnTo>
                  <a:lnTo>
                    <a:pt x="84937" y="64135"/>
                  </a:lnTo>
                  <a:lnTo>
                    <a:pt x="85153" y="66040"/>
                  </a:lnTo>
                  <a:lnTo>
                    <a:pt x="91897" y="64135"/>
                  </a:lnTo>
                  <a:lnTo>
                    <a:pt x="105092" y="61468"/>
                  </a:lnTo>
                  <a:lnTo>
                    <a:pt x="119253" y="54864"/>
                  </a:lnTo>
                  <a:lnTo>
                    <a:pt x="128930" y="41529"/>
                  </a:lnTo>
                  <a:lnTo>
                    <a:pt x="132270" y="42418"/>
                  </a:lnTo>
                  <a:lnTo>
                    <a:pt x="135864" y="49403"/>
                  </a:lnTo>
                  <a:lnTo>
                    <a:pt x="139674" y="46609"/>
                  </a:lnTo>
                  <a:lnTo>
                    <a:pt x="140906" y="41529"/>
                  </a:lnTo>
                  <a:lnTo>
                    <a:pt x="141668" y="38481"/>
                  </a:lnTo>
                  <a:lnTo>
                    <a:pt x="141960" y="37211"/>
                  </a:lnTo>
                  <a:lnTo>
                    <a:pt x="141998" y="37084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3112" y="813053"/>
              <a:ext cx="48260" cy="24130"/>
            </a:xfrm>
            <a:custGeom>
              <a:avLst/>
              <a:gdLst/>
              <a:ahLst/>
              <a:cxnLst/>
              <a:rect l="l" t="t" r="r" b="b"/>
              <a:pathLst>
                <a:path w="48259" h="24130">
                  <a:moveTo>
                    <a:pt x="37363" y="889"/>
                  </a:moveTo>
                  <a:lnTo>
                    <a:pt x="33299" y="889"/>
                  </a:lnTo>
                  <a:lnTo>
                    <a:pt x="25831" y="508"/>
                  </a:lnTo>
                  <a:lnTo>
                    <a:pt x="20053" y="0"/>
                  </a:lnTo>
                  <a:lnTo>
                    <a:pt x="17576" y="6096"/>
                  </a:lnTo>
                  <a:lnTo>
                    <a:pt x="10617" y="13970"/>
                  </a:lnTo>
                  <a:lnTo>
                    <a:pt x="3352" y="20955"/>
                  </a:lnTo>
                  <a:lnTo>
                    <a:pt x="0" y="23876"/>
                  </a:lnTo>
                  <a:lnTo>
                    <a:pt x="15951" y="20066"/>
                  </a:lnTo>
                  <a:lnTo>
                    <a:pt x="27343" y="12827"/>
                  </a:lnTo>
                  <a:lnTo>
                    <a:pt x="34391" y="5334"/>
                  </a:lnTo>
                  <a:lnTo>
                    <a:pt x="37363" y="889"/>
                  </a:lnTo>
                  <a:close/>
                </a:path>
                <a:path w="48259" h="24130">
                  <a:moveTo>
                    <a:pt x="48082" y="1016"/>
                  </a:moveTo>
                  <a:lnTo>
                    <a:pt x="38582" y="1016"/>
                  </a:lnTo>
                  <a:lnTo>
                    <a:pt x="43103" y="2286"/>
                  </a:lnTo>
                  <a:lnTo>
                    <a:pt x="45745" y="7112"/>
                  </a:lnTo>
                  <a:lnTo>
                    <a:pt x="47142" y="5334"/>
                  </a:lnTo>
                  <a:lnTo>
                    <a:pt x="47828" y="2286"/>
                  </a:lnTo>
                  <a:lnTo>
                    <a:pt x="48082" y="1016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362" y="796416"/>
              <a:ext cx="61544" cy="467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7371" y="614425"/>
              <a:ext cx="141605" cy="198120"/>
            </a:xfrm>
            <a:custGeom>
              <a:avLst/>
              <a:gdLst/>
              <a:ahLst/>
              <a:cxnLst/>
              <a:rect l="l" t="t" r="r" b="b"/>
              <a:pathLst>
                <a:path w="141605" h="198120">
                  <a:moveTo>
                    <a:pt x="55651" y="147955"/>
                  </a:moveTo>
                  <a:lnTo>
                    <a:pt x="51320" y="139192"/>
                  </a:lnTo>
                  <a:lnTo>
                    <a:pt x="39598" y="149225"/>
                  </a:lnTo>
                  <a:lnTo>
                    <a:pt x="27127" y="158623"/>
                  </a:lnTo>
                  <a:lnTo>
                    <a:pt x="13919" y="167132"/>
                  </a:lnTo>
                  <a:lnTo>
                    <a:pt x="0" y="174879"/>
                  </a:lnTo>
                  <a:lnTo>
                    <a:pt x="1600" y="179705"/>
                  </a:lnTo>
                  <a:lnTo>
                    <a:pt x="7010" y="185039"/>
                  </a:lnTo>
                  <a:lnTo>
                    <a:pt x="7912" y="177546"/>
                  </a:lnTo>
                  <a:lnTo>
                    <a:pt x="12915" y="174625"/>
                  </a:lnTo>
                  <a:lnTo>
                    <a:pt x="15582" y="183769"/>
                  </a:lnTo>
                  <a:lnTo>
                    <a:pt x="20142" y="191135"/>
                  </a:lnTo>
                  <a:lnTo>
                    <a:pt x="24460" y="196215"/>
                  </a:lnTo>
                  <a:lnTo>
                    <a:pt x="26365" y="197993"/>
                  </a:lnTo>
                  <a:lnTo>
                    <a:pt x="30327" y="192278"/>
                  </a:lnTo>
                  <a:lnTo>
                    <a:pt x="38696" y="181610"/>
                  </a:lnTo>
                  <a:lnTo>
                    <a:pt x="41910" y="174879"/>
                  </a:lnTo>
                  <a:lnTo>
                    <a:pt x="41986" y="174625"/>
                  </a:lnTo>
                  <a:lnTo>
                    <a:pt x="45364" y="167513"/>
                  </a:lnTo>
                  <a:lnTo>
                    <a:pt x="44208" y="151003"/>
                  </a:lnTo>
                  <a:lnTo>
                    <a:pt x="47294" y="149479"/>
                  </a:lnTo>
                  <a:lnTo>
                    <a:pt x="54533" y="152527"/>
                  </a:lnTo>
                  <a:lnTo>
                    <a:pt x="55270" y="149479"/>
                  </a:lnTo>
                  <a:lnTo>
                    <a:pt x="55651" y="147955"/>
                  </a:lnTo>
                  <a:close/>
                </a:path>
                <a:path w="141605" h="198120">
                  <a:moveTo>
                    <a:pt x="107111" y="87503"/>
                  </a:moveTo>
                  <a:lnTo>
                    <a:pt x="107073" y="87122"/>
                  </a:lnTo>
                  <a:lnTo>
                    <a:pt x="106591" y="82677"/>
                  </a:lnTo>
                  <a:lnTo>
                    <a:pt x="99529" y="75946"/>
                  </a:lnTo>
                  <a:lnTo>
                    <a:pt x="91897" y="89535"/>
                  </a:lnTo>
                  <a:lnTo>
                    <a:pt x="83426" y="102489"/>
                  </a:lnTo>
                  <a:lnTo>
                    <a:pt x="73926" y="115062"/>
                  </a:lnTo>
                  <a:lnTo>
                    <a:pt x="63461" y="127127"/>
                  </a:lnTo>
                  <a:lnTo>
                    <a:pt x="66624" y="131064"/>
                  </a:lnTo>
                  <a:lnTo>
                    <a:pt x="73558" y="134366"/>
                  </a:lnTo>
                  <a:lnTo>
                    <a:pt x="71831" y="126873"/>
                  </a:lnTo>
                  <a:lnTo>
                    <a:pt x="75552" y="122555"/>
                  </a:lnTo>
                  <a:lnTo>
                    <a:pt x="81165" y="130175"/>
                  </a:lnTo>
                  <a:lnTo>
                    <a:pt x="87985" y="135509"/>
                  </a:lnTo>
                  <a:lnTo>
                    <a:pt x="93738" y="138811"/>
                  </a:lnTo>
                  <a:lnTo>
                    <a:pt x="96151" y="139827"/>
                  </a:lnTo>
                  <a:lnTo>
                    <a:pt x="97904" y="132969"/>
                  </a:lnTo>
                  <a:lnTo>
                    <a:pt x="101396" y="122555"/>
                  </a:lnTo>
                  <a:lnTo>
                    <a:pt x="102146" y="120269"/>
                  </a:lnTo>
                  <a:lnTo>
                    <a:pt x="103593" y="104648"/>
                  </a:lnTo>
                  <a:lnTo>
                    <a:pt x="96888" y="89535"/>
                  </a:lnTo>
                  <a:lnTo>
                    <a:pt x="99288" y="87122"/>
                  </a:lnTo>
                  <a:lnTo>
                    <a:pt x="107111" y="87503"/>
                  </a:lnTo>
                  <a:close/>
                </a:path>
                <a:path w="141605" h="198120">
                  <a:moveTo>
                    <a:pt x="141147" y="51943"/>
                  </a:moveTo>
                  <a:lnTo>
                    <a:pt x="140830" y="40767"/>
                  </a:lnTo>
                  <a:lnTo>
                    <a:pt x="136867" y="25654"/>
                  </a:lnTo>
                  <a:lnTo>
                    <a:pt x="125437" y="13716"/>
                  </a:lnTo>
                  <a:lnTo>
                    <a:pt x="126834" y="10541"/>
                  </a:lnTo>
                  <a:lnTo>
                    <a:pt x="134315" y="8255"/>
                  </a:lnTo>
                  <a:lnTo>
                    <a:pt x="132219" y="3937"/>
                  </a:lnTo>
                  <a:lnTo>
                    <a:pt x="123266" y="0"/>
                  </a:lnTo>
                  <a:lnTo>
                    <a:pt x="120764" y="15367"/>
                  </a:lnTo>
                  <a:lnTo>
                    <a:pt x="117208" y="30480"/>
                  </a:lnTo>
                  <a:lnTo>
                    <a:pt x="112560" y="45593"/>
                  </a:lnTo>
                  <a:lnTo>
                    <a:pt x="106819" y="60452"/>
                  </a:lnTo>
                  <a:lnTo>
                    <a:pt x="111150" y="63119"/>
                  </a:lnTo>
                  <a:lnTo>
                    <a:pt x="118770" y="63754"/>
                  </a:lnTo>
                  <a:lnTo>
                    <a:pt x="114630" y="57404"/>
                  </a:lnTo>
                  <a:lnTo>
                    <a:pt x="116611" y="51943"/>
                  </a:lnTo>
                  <a:lnTo>
                    <a:pt x="141147" y="51943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4283" y="538218"/>
              <a:ext cx="124454" cy="2661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33983" y="535050"/>
              <a:ext cx="41910" cy="140970"/>
            </a:xfrm>
            <a:custGeom>
              <a:avLst/>
              <a:gdLst/>
              <a:ahLst/>
              <a:cxnLst/>
              <a:rect l="l" t="t" r="r" b="b"/>
              <a:pathLst>
                <a:path w="41909" h="140970">
                  <a:moveTo>
                    <a:pt x="25273" y="140589"/>
                  </a:moveTo>
                  <a:lnTo>
                    <a:pt x="24599" y="133604"/>
                  </a:lnTo>
                  <a:lnTo>
                    <a:pt x="24536" y="131318"/>
                  </a:lnTo>
                  <a:lnTo>
                    <a:pt x="0" y="131318"/>
                  </a:lnTo>
                  <a:lnTo>
                    <a:pt x="7886" y="136652"/>
                  </a:lnTo>
                  <a:lnTo>
                    <a:pt x="16141" y="139319"/>
                  </a:lnTo>
                  <a:lnTo>
                    <a:pt x="22631" y="140462"/>
                  </a:lnTo>
                  <a:lnTo>
                    <a:pt x="25273" y="140589"/>
                  </a:lnTo>
                  <a:close/>
                </a:path>
                <a:path w="41909" h="140970">
                  <a:moveTo>
                    <a:pt x="41427" y="51054"/>
                  </a:moveTo>
                  <a:lnTo>
                    <a:pt x="38404" y="44704"/>
                  </a:lnTo>
                  <a:lnTo>
                    <a:pt x="33451" y="32131"/>
                  </a:lnTo>
                  <a:lnTo>
                    <a:pt x="24561" y="19304"/>
                  </a:lnTo>
                  <a:lnTo>
                    <a:pt x="9779" y="12065"/>
                  </a:lnTo>
                  <a:lnTo>
                    <a:pt x="10020" y="8636"/>
                  </a:lnTo>
                  <a:lnTo>
                    <a:pt x="16243" y="3810"/>
                  </a:lnTo>
                  <a:lnTo>
                    <a:pt x="12827" y="635"/>
                  </a:lnTo>
                  <a:lnTo>
                    <a:pt x="4495" y="0"/>
                  </a:lnTo>
                  <a:lnTo>
                    <a:pt x="3086" y="0"/>
                  </a:lnTo>
                  <a:lnTo>
                    <a:pt x="5943" y="15113"/>
                  </a:lnTo>
                  <a:lnTo>
                    <a:pt x="7772" y="30734"/>
                  </a:lnTo>
                  <a:lnTo>
                    <a:pt x="8458" y="44704"/>
                  </a:lnTo>
                  <a:lnTo>
                    <a:pt x="8216" y="62357"/>
                  </a:lnTo>
                  <a:lnTo>
                    <a:pt x="13208" y="63373"/>
                  </a:lnTo>
                  <a:lnTo>
                    <a:pt x="20586" y="61341"/>
                  </a:lnTo>
                  <a:lnTo>
                    <a:pt x="14528" y="56769"/>
                  </a:lnTo>
                  <a:lnTo>
                    <a:pt x="14528" y="51054"/>
                  </a:lnTo>
                  <a:lnTo>
                    <a:pt x="23749" y="53340"/>
                  </a:lnTo>
                  <a:lnTo>
                    <a:pt x="32423" y="53086"/>
                  </a:lnTo>
                  <a:lnTo>
                    <a:pt x="38887" y="51816"/>
                  </a:lnTo>
                  <a:lnTo>
                    <a:pt x="41376" y="51054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6563" y="458723"/>
              <a:ext cx="53466" cy="596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2421" y="356107"/>
              <a:ext cx="132715" cy="91440"/>
            </a:xfrm>
            <a:custGeom>
              <a:avLst/>
              <a:gdLst/>
              <a:ahLst/>
              <a:cxnLst/>
              <a:rect l="l" t="t" r="r" b="b"/>
              <a:pathLst>
                <a:path w="132715" h="91440">
                  <a:moveTo>
                    <a:pt x="63309" y="2413"/>
                  </a:moveTo>
                  <a:lnTo>
                    <a:pt x="56324" y="1905"/>
                  </a:lnTo>
                  <a:lnTo>
                    <a:pt x="43002" y="0"/>
                  </a:lnTo>
                  <a:lnTo>
                    <a:pt x="27457" y="1270"/>
                  </a:lnTo>
                  <a:lnTo>
                    <a:pt x="13817" y="10414"/>
                  </a:lnTo>
                  <a:lnTo>
                    <a:pt x="10972" y="8509"/>
                  </a:lnTo>
                  <a:lnTo>
                    <a:pt x="9969" y="762"/>
                  </a:lnTo>
                  <a:lnTo>
                    <a:pt x="5422" y="2032"/>
                  </a:lnTo>
                  <a:lnTo>
                    <a:pt x="0" y="10287"/>
                  </a:lnTo>
                  <a:lnTo>
                    <a:pt x="14592" y="15367"/>
                  </a:lnTo>
                  <a:lnTo>
                    <a:pt x="28905" y="21463"/>
                  </a:lnTo>
                  <a:lnTo>
                    <a:pt x="42900" y="28702"/>
                  </a:lnTo>
                  <a:lnTo>
                    <a:pt x="56464" y="36957"/>
                  </a:lnTo>
                  <a:lnTo>
                    <a:pt x="59867" y="33147"/>
                  </a:lnTo>
                  <a:lnTo>
                    <a:pt x="61036" y="28702"/>
                  </a:lnTo>
                  <a:lnTo>
                    <a:pt x="61798" y="25781"/>
                  </a:lnTo>
                  <a:lnTo>
                    <a:pt x="61620" y="25781"/>
                  </a:lnTo>
                  <a:lnTo>
                    <a:pt x="54851" y="28702"/>
                  </a:lnTo>
                  <a:lnTo>
                    <a:pt x="49872" y="25781"/>
                  </a:lnTo>
                  <a:lnTo>
                    <a:pt x="56413" y="18923"/>
                  </a:lnTo>
                  <a:lnTo>
                    <a:pt x="60528" y="11303"/>
                  </a:lnTo>
                  <a:lnTo>
                    <a:pt x="60807" y="10414"/>
                  </a:lnTo>
                  <a:lnTo>
                    <a:pt x="62687" y="5080"/>
                  </a:lnTo>
                  <a:lnTo>
                    <a:pt x="63309" y="2413"/>
                  </a:lnTo>
                  <a:close/>
                </a:path>
                <a:path w="132715" h="91440">
                  <a:moveTo>
                    <a:pt x="132575" y="61214"/>
                  </a:moveTo>
                  <a:lnTo>
                    <a:pt x="126212" y="58420"/>
                  </a:lnTo>
                  <a:lnTo>
                    <a:pt x="114363" y="51943"/>
                  </a:lnTo>
                  <a:lnTo>
                    <a:pt x="99314" y="47879"/>
                  </a:lnTo>
                  <a:lnTo>
                    <a:pt x="83350" y="51828"/>
                  </a:lnTo>
                  <a:lnTo>
                    <a:pt x="81330" y="49022"/>
                  </a:lnTo>
                  <a:lnTo>
                    <a:pt x="83045" y="41402"/>
                  </a:lnTo>
                  <a:lnTo>
                    <a:pt x="78320" y="41021"/>
                  </a:lnTo>
                  <a:lnTo>
                    <a:pt x="70446" y="46863"/>
                  </a:lnTo>
                  <a:lnTo>
                    <a:pt x="82410" y="56642"/>
                  </a:lnTo>
                  <a:lnTo>
                    <a:pt x="93751" y="67310"/>
                  </a:lnTo>
                  <a:lnTo>
                    <a:pt x="104432" y="78994"/>
                  </a:lnTo>
                  <a:lnTo>
                    <a:pt x="114388" y="91313"/>
                  </a:lnTo>
                  <a:lnTo>
                    <a:pt x="118872" y="88900"/>
                  </a:lnTo>
                  <a:lnTo>
                    <a:pt x="122961" y="83058"/>
                  </a:lnTo>
                  <a:lnTo>
                    <a:pt x="123240" y="82677"/>
                  </a:lnTo>
                  <a:lnTo>
                    <a:pt x="115684" y="83058"/>
                  </a:lnTo>
                  <a:lnTo>
                    <a:pt x="111988" y="78613"/>
                  </a:lnTo>
                  <a:lnTo>
                    <a:pt x="120472" y="74422"/>
                  </a:lnTo>
                  <a:lnTo>
                    <a:pt x="126961" y="68580"/>
                  </a:lnTo>
                  <a:lnTo>
                    <a:pt x="131114" y="63500"/>
                  </a:lnTo>
                  <a:lnTo>
                    <a:pt x="132575" y="61214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6907" y="332840"/>
              <a:ext cx="200345" cy="908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3732" y="327024"/>
              <a:ext cx="64135" cy="34925"/>
            </a:xfrm>
            <a:custGeom>
              <a:avLst/>
              <a:gdLst/>
              <a:ahLst/>
              <a:cxnLst/>
              <a:rect l="l" t="t" r="r" b="b"/>
              <a:pathLst>
                <a:path w="64134" h="34925">
                  <a:moveTo>
                    <a:pt x="64071" y="30099"/>
                  </a:moveTo>
                  <a:lnTo>
                    <a:pt x="63957" y="28829"/>
                  </a:lnTo>
                  <a:lnTo>
                    <a:pt x="63855" y="27686"/>
                  </a:lnTo>
                  <a:lnTo>
                    <a:pt x="63576" y="24511"/>
                  </a:lnTo>
                  <a:lnTo>
                    <a:pt x="63385" y="22479"/>
                  </a:lnTo>
                  <a:lnTo>
                    <a:pt x="57848" y="27660"/>
                  </a:lnTo>
                  <a:lnTo>
                    <a:pt x="52184" y="26670"/>
                  </a:lnTo>
                  <a:lnTo>
                    <a:pt x="53086" y="24511"/>
                  </a:lnTo>
                  <a:lnTo>
                    <a:pt x="55981" y="17907"/>
                  </a:lnTo>
                  <a:lnTo>
                    <a:pt x="57238" y="9271"/>
                  </a:lnTo>
                  <a:lnTo>
                    <a:pt x="57137" y="2667"/>
                  </a:lnTo>
                  <a:lnTo>
                    <a:pt x="56845" y="0"/>
                  </a:lnTo>
                  <a:lnTo>
                    <a:pt x="50101" y="1905"/>
                  </a:lnTo>
                  <a:lnTo>
                    <a:pt x="36906" y="4699"/>
                  </a:lnTo>
                  <a:lnTo>
                    <a:pt x="22720" y="11176"/>
                  </a:lnTo>
                  <a:lnTo>
                    <a:pt x="13068" y="24511"/>
                  </a:lnTo>
                  <a:lnTo>
                    <a:pt x="9728" y="23749"/>
                  </a:lnTo>
                  <a:lnTo>
                    <a:pt x="6134" y="16764"/>
                  </a:lnTo>
                  <a:lnTo>
                    <a:pt x="2311" y="19558"/>
                  </a:lnTo>
                  <a:lnTo>
                    <a:pt x="0" y="29083"/>
                  </a:lnTo>
                  <a:lnTo>
                    <a:pt x="15455" y="28829"/>
                  </a:lnTo>
                  <a:lnTo>
                    <a:pt x="31013" y="29718"/>
                  </a:lnTo>
                  <a:lnTo>
                    <a:pt x="46596" y="31750"/>
                  </a:lnTo>
                  <a:lnTo>
                    <a:pt x="62179" y="34798"/>
                  </a:lnTo>
                  <a:lnTo>
                    <a:pt x="64071" y="30099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3831" y="354037"/>
              <a:ext cx="460476" cy="46168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6289" y="421493"/>
              <a:ext cx="411861" cy="9869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57934" y="511174"/>
              <a:ext cx="3107055" cy="0"/>
            </a:xfrm>
            <a:custGeom>
              <a:avLst/>
              <a:gdLst/>
              <a:ahLst/>
              <a:cxnLst/>
              <a:rect l="l" t="t" r="r" b="b"/>
              <a:pathLst>
                <a:path w="3107054">
                  <a:moveTo>
                    <a:pt x="0" y="0"/>
                  </a:moveTo>
                  <a:lnTo>
                    <a:pt x="3106674" y="0"/>
                  </a:lnTo>
                </a:path>
              </a:pathLst>
            </a:custGeom>
            <a:ln w="15833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41696" y="424843"/>
              <a:ext cx="495007" cy="12354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486527" y="511174"/>
              <a:ext cx="1560195" cy="0"/>
            </a:xfrm>
            <a:custGeom>
              <a:avLst/>
              <a:gdLst/>
              <a:ahLst/>
              <a:cxnLst/>
              <a:rect l="l" t="t" r="r" b="b"/>
              <a:pathLst>
                <a:path w="1560195">
                  <a:moveTo>
                    <a:pt x="0" y="0"/>
                  </a:moveTo>
                  <a:lnTo>
                    <a:pt x="1560195" y="0"/>
                  </a:lnTo>
                </a:path>
              </a:pathLst>
            </a:custGeom>
            <a:ln w="15833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9049" y="749026"/>
              <a:ext cx="895184" cy="9869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234056" y="838669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39">
                  <a:moveTo>
                    <a:pt x="0" y="0"/>
                  </a:moveTo>
                  <a:lnTo>
                    <a:pt x="586549" y="0"/>
                  </a:lnTo>
                </a:path>
              </a:pathLst>
            </a:custGeom>
            <a:ln w="15824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35401" y="748982"/>
              <a:ext cx="892784" cy="12782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777996" y="838669"/>
              <a:ext cx="1646555" cy="0"/>
            </a:xfrm>
            <a:custGeom>
              <a:avLst/>
              <a:gdLst/>
              <a:ahLst/>
              <a:cxnLst/>
              <a:rect l="l" t="t" r="r" b="b"/>
              <a:pathLst>
                <a:path w="1646554">
                  <a:moveTo>
                    <a:pt x="0" y="0"/>
                  </a:moveTo>
                  <a:lnTo>
                    <a:pt x="1646123" y="0"/>
                  </a:lnTo>
                </a:path>
              </a:pathLst>
            </a:custGeom>
            <a:ln w="15824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39028" y="748982"/>
              <a:ext cx="843470" cy="12782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32346" y="838707"/>
              <a:ext cx="729615" cy="0"/>
            </a:xfrm>
            <a:custGeom>
              <a:avLst/>
              <a:gdLst/>
              <a:ahLst/>
              <a:cxnLst/>
              <a:rect l="l" t="t" r="r" b="b"/>
              <a:pathLst>
                <a:path w="729615">
                  <a:moveTo>
                    <a:pt x="0" y="0"/>
                  </a:moveTo>
                  <a:lnTo>
                    <a:pt x="729614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96289" y="1079959"/>
              <a:ext cx="571449" cy="9529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917573" y="1166240"/>
              <a:ext cx="414655" cy="0"/>
            </a:xfrm>
            <a:custGeom>
              <a:avLst/>
              <a:gdLst/>
              <a:ahLst/>
              <a:cxnLst/>
              <a:rect l="l" t="t" r="r" b="b"/>
              <a:pathLst>
                <a:path w="414655">
                  <a:moveTo>
                    <a:pt x="0" y="0"/>
                  </a:moveTo>
                  <a:lnTo>
                    <a:pt x="414654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09444" y="1081110"/>
              <a:ext cx="535101" cy="12361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994278" y="1166324"/>
              <a:ext cx="1102360" cy="0"/>
            </a:xfrm>
            <a:custGeom>
              <a:avLst/>
              <a:gdLst/>
              <a:ahLst/>
              <a:cxnLst/>
              <a:rect l="l" t="t" r="r" b="b"/>
              <a:pathLst>
                <a:path w="1102360">
                  <a:moveTo>
                    <a:pt x="0" y="0"/>
                  </a:moveTo>
                  <a:lnTo>
                    <a:pt x="1102042" y="0"/>
                  </a:lnTo>
                </a:path>
              </a:pathLst>
            </a:custGeom>
            <a:ln w="15835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11244" y="1076559"/>
              <a:ext cx="502894" cy="9869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663947" y="116624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39">
                  <a:moveTo>
                    <a:pt x="0" y="0"/>
                  </a:moveTo>
                  <a:lnTo>
                    <a:pt x="701039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41569" y="1076638"/>
              <a:ext cx="848105" cy="12694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39458" y="1166240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>
                  <a:moveTo>
                    <a:pt x="0" y="0"/>
                  </a:moveTo>
                  <a:lnTo>
                    <a:pt x="729741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96415" y="1408587"/>
              <a:ext cx="292353" cy="9420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638554" y="1493773"/>
              <a:ext cx="1045210" cy="0"/>
            </a:xfrm>
            <a:custGeom>
              <a:avLst/>
              <a:gdLst/>
              <a:ahLst/>
              <a:cxnLst/>
              <a:rect l="l" t="t" r="r" b="b"/>
              <a:pathLst>
                <a:path w="1045210">
                  <a:moveTo>
                    <a:pt x="0" y="0"/>
                  </a:moveTo>
                  <a:lnTo>
                    <a:pt x="1044828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99613" y="1786788"/>
              <a:ext cx="2233803" cy="14005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72385" y="1564423"/>
              <a:ext cx="296214" cy="20874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892678" y="1606829"/>
              <a:ext cx="115620" cy="16634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033141" y="1564436"/>
              <a:ext cx="95250" cy="163830"/>
            </a:xfrm>
            <a:custGeom>
              <a:avLst/>
              <a:gdLst/>
              <a:ahLst/>
              <a:cxnLst/>
              <a:rect l="l" t="t" r="r" b="b"/>
              <a:pathLst>
                <a:path w="95250" h="163830">
                  <a:moveTo>
                    <a:pt x="31356" y="12"/>
                  </a:moveTo>
                  <a:lnTo>
                    <a:pt x="0" y="12"/>
                  </a:lnTo>
                  <a:lnTo>
                    <a:pt x="0" y="163652"/>
                  </a:lnTo>
                  <a:lnTo>
                    <a:pt x="31356" y="163652"/>
                  </a:lnTo>
                  <a:lnTo>
                    <a:pt x="31356" y="12"/>
                  </a:lnTo>
                  <a:close/>
                </a:path>
                <a:path w="95250" h="163830">
                  <a:moveTo>
                    <a:pt x="94856" y="45123"/>
                  </a:moveTo>
                  <a:lnTo>
                    <a:pt x="63500" y="45123"/>
                  </a:lnTo>
                  <a:lnTo>
                    <a:pt x="63500" y="163652"/>
                  </a:lnTo>
                  <a:lnTo>
                    <a:pt x="94856" y="163652"/>
                  </a:lnTo>
                  <a:lnTo>
                    <a:pt x="94856" y="45123"/>
                  </a:lnTo>
                  <a:close/>
                </a:path>
                <a:path w="95250" h="163830">
                  <a:moveTo>
                    <a:pt x="94856" y="0"/>
                  </a:moveTo>
                  <a:lnTo>
                    <a:pt x="63500" y="0"/>
                  </a:lnTo>
                  <a:lnTo>
                    <a:pt x="63500" y="29032"/>
                  </a:lnTo>
                  <a:lnTo>
                    <a:pt x="94856" y="29032"/>
                  </a:lnTo>
                  <a:lnTo>
                    <a:pt x="94856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50997" y="1564449"/>
              <a:ext cx="245021" cy="16630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482213" y="1606854"/>
              <a:ext cx="111290" cy="12390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617341" y="1606853"/>
              <a:ext cx="108049" cy="12123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50309" y="1564449"/>
              <a:ext cx="115688" cy="16630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35476" y="1564449"/>
              <a:ext cx="365569" cy="16630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320286" y="1564436"/>
              <a:ext cx="31750" cy="163830"/>
            </a:xfrm>
            <a:custGeom>
              <a:avLst/>
              <a:gdLst/>
              <a:ahLst/>
              <a:cxnLst/>
              <a:rect l="l" t="t" r="r" b="b"/>
              <a:pathLst>
                <a:path w="31750" h="163830">
                  <a:moveTo>
                    <a:pt x="31369" y="45123"/>
                  </a:moveTo>
                  <a:lnTo>
                    <a:pt x="0" y="45123"/>
                  </a:lnTo>
                  <a:lnTo>
                    <a:pt x="0" y="163652"/>
                  </a:lnTo>
                  <a:lnTo>
                    <a:pt x="31369" y="163652"/>
                  </a:lnTo>
                  <a:lnTo>
                    <a:pt x="31369" y="45123"/>
                  </a:lnTo>
                  <a:close/>
                </a:path>
                <a:path w="31750" h="163830">
                  <a:moveTo>
                    <a:pt x="31369" y="0"/>
                  </a:moveTo>
                  <a:lnTo>
                    <a:pt x="0" y="0"/>
                  </a:lnTo>
                  <a:lnTo>
                    <a:pt x="0" y="29032"/>
                  </a:lnTo>
                  <a:lnTo>
                    <a:pt x="31369" y="29032"/>
                  </a:lnTo>
                  <a:lnTo>
                    <a:pt x="31369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76546" y="1606854"/>
              <a:ext cx="122312" cy="12390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23232" y="1606853"/>
              <a:ext cx="108050" cy="12123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727702" y="1565808"/>
              <a:ext cx="368693" cy="16494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119115" y="1606853"/>
              <a:ext cx="198120" cy="12123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349113" y="1564436"/>
              <a:ext cx="31750" cy="163830"/>
            </a:xfrm>
            <a:custGeom>
              <a:avLst/>
              <a:gdLst/>
              <a:ahLst/>
              <a:cxnLst/>
              <a:rect l="l" t="t" r="r" b="b"/>
              <a:pathLst>
                <a:path w="31750" h="163830">
                  <a:moveTo>
                    <a:pt x="31356" y="45123"/>
                  </a:moveTo>
                  <a:lnTo>
                    <a:pt x="0" y="45123"/>
                  </a:lnTo>
                  <a:lnTo>
                    <a:pt x="0" y="163652"/>
                  </a:lnTo>
                  <a:lnTo>
                    <a:pt x="31356" y="163652"/>
                  </a:lnTo>
                  <a:lnTo>
                    <a:pt x="31356" y="45123"/>
                  </a:lnTo>
                  <a:close/>
                </a:path>
                <a:path w="31750" h="163830">
                  <a:moveTo>
                    <a:pt x="31356" y="0"/>
                  </a:moveTo>
                  <a:lnTo>
                    <a:pt x="0" y="0"/>
                  </a:lnTo>
                  <a:lnTo>
                    <a:pt x="0" y="29032"/>
                  </a:lnTo>
                  <a:lnTo>
                    <a:pt x="31356" y="29032"/>
                  </a:lnTo>
                  <a:lnTo>
                    <a:pt x="31356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412358" y="1606853"/>
              <a:ext cx="108049" cy="12123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45201" y="1606867"/>
              <a:ext cx="115632" cy="169354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440690" y="5799658"/>
            <a:ext cx="6742430" cy="3204000"/>
          </a:xfrm>
          <a:prstGeom prst="rect">
            <a:avLst/>
          </a:prstGeom>
          <a:ln w="12696">
            <a:solidFill>
              <a:srgbClr val="1516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435"/>
              </a:lnSpc>
            </a:pPr>
            <a:r>
              <a:rPr sz="1200" b="1" dirty="0">
                <a:latin typeface="Times New Roman"/>
                <a:cs typeface="Times New Roman"/>
              </a:rPr>
              <a:t>Theory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Concept:</a:t>
            </a:r>
            <a:endParaRPr sz="1200" dirty="0">
              <a:latin typeface="Times New Roman"/>
              <a:cs typeface="Times New Roman"/>
            </a:endParaRPr>
          </a:p>
          <a:p>
            <a:pPr marL="464184" indent="-227965">
              <a:lnSpc>
                <a:spcPts val="1405"/>
              </a:lnSpc>
              <a:spcBef>
                <a:spcPts val="1295"/>
              </a:spcBef>
              <a:buSzPct val="83333"/>
              <a:buFont typeface="Symbol"/>
              <a:buChar char=""/>
              <a:tabLst>
                <a:tab pos="464184" algn="l"/>
              </a:tabLst>
            </a:pPr>
            <a:r>
              <a:rPr lang="en-US" sz="1200" dirty="0"/>
              <a:t>A </a:t>
            </a:r>
            <a:r>
              <a:rPr lang="en-US" sz="1200" b="1" dirty="0"/>
              <a:t>Peer-to-Peer (P2P) network</a:t>
            </a:r>
            <a:r>
              <a:rPr lang="en-US" sz="1200" dirty="0"/>
              <a:t> is a decentralized network architecture where each computer, called a </a:t>
            </a:r>
            <a:r>
              <a:rPr lang="en-US" sz="1200" b="1" dirty="0"/>
              <a:t>peer</a:t>
            </a:r>
            <a:r>
              <a:rPr lang="en-US" sz="1200" dirty="0"/>
              <a:t>, acts as both a </a:t>
            </a:r>
            <a:r>
              <a:rPr lang="en-US" sz="1200" b="1" dirty="0"/>
              <a:t>client and a server</a:t>
            </a:r>
            <a:r>
              <a:rPr lang="en-US" sz="1200" dirty="0"/>
              <a:t>. Unlike traditional client-server models, there is </a:t>
            </a:r>
            <a:r>
              <a:rPr lang="en-US" sz="1200" b="1" dirty="0"/>
              <a:t>no central authority</a:t>
            </a:r>
            <a:r>
              <a:rPr lang="en-US" sz="1200" dirty="0"/>
              <a:t> controlling the network.</a:t>
            </a:r>
          </a:p>
          <a:p>
            <a:pPr marL="464184" indent="-227965">
              <a:lnSpc>
                <a:spcPts val="1405"/>
              </a:lnSpc>
              <a:spcBef>
                <a:spcPts val="1295"/>
              </a:spcBef>
              <a:buSzPct val="83333"/>
              <a:buFont typeface="Symbol"/>
              <a:buChar char=""/>
              <a:tabLst>
                <a:tab pos="464184" algn="l"/>
              </a:tabLst>
            </a:pPr>
            <a:r>
              <a:rPr sz="1200" b="1" dirty="0">
                <a:latin typeface="Times New Roman"/>
                <a:cs typeface="Times New Roman"/>
              </a:rPr>
              <a:t>Key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Components:</a:t>
            </a:r>
            <a:endParaRPr lang="en-IN" sz="1200" b="1" spc="-10" dirty="0">
              <a:latin typeface="Times New Roman"/>
              <a:cs typeface="Times New Roman"/>
            </a:endParaRPr>
          </a:p>
          <a:p>
            <a:pPr marL="464184" indent="-227965">
              <a:lnSpc>
                <a:spcPts val="1405"/>
              </a:lnSpc>
              <a:spcBef>
                <a:spcPts val="1295"/>
              </a:spcBef>
              <a:buSzPct val="83333"/>
              <a:buFont typeface="Symbol"/>
              <a:buChar char=""/>
              <a:tabLst>
                <a:tab pos="464184" algn="l"/>
              </a:tabLst>
            </a:pPr>
            <a:r>
              <a:rPr sz="1200" dirty="0">
                <a:latin typeface="Times New Roman"/>
                <a:cs typeface="Times New Roman"/>
              </a:rPr>
              <a:t>Nodes</a:t>
            </a:r>
          </a:p>
          <a:p>
            <a:pPr marL="464184" indent="-227965">
              <a:lnSpc>
                <a:spcPts val="1395"/>
              </a:lnSpc>
              <a:buSzPct val="83333"/>
              <a:buFont typeface="Symbol"/>
              <a:buChar char=""/>
              <a:tabLst>
                <a:tab pos="464184" algn="l"/>
              </a:tabLst>
            </a:pPr>
            <a:r>
              <a:rPr sz="1200" dirty="0">
                <a:latin typeface="Times New Roman"/>
                <a:cs typeface="Times New Roman"/>
              </a:rPr>
              <a:t>Blocks</a:t>
            </a:r>
          </a:p>
          <a:p>
            <a:pPr marL="464184" indent="-227965">
              <a:lnSpc>
                <a:spcPts val="1415"/>
              </a:lnSpc>
              <a:buSzPct val="83333"/>
              <a:buFont typeface="Symbol"/>
              <a:buChar char=""/>
              <a:tabLst>
                <a:tab pos="464184" algn="l"/>
              </a:tabLst>
            </a:pPr>
            <a:r>
              <a:rPr sz="1200" spc="-10" dirty="0">
                <a:latin typeface="Times New Roman"/>
                <a:cs typeface="Times New Roman"/>
              </a:rPr>
              <a:t>Broadcasting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708" y="722121"/>
            <a:ext cx="93662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latin typeface="Times New Roman"/>
                <a:cs typeface="Times New Roman"/>
              </a:rPr>
              <a:t>Procedure: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409" y="982978"/>
            <a:ext cx="6661150" cy="2916000"/>
          </a:xfrm>
          <a:prstGeom prst="rect">
            <a:avLst/>
          </a:prstGeom>
          <a:ln w="12696">
            <a:solidFill>
              <a:srgbClr val="151616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514350" marR="567055" indent="-285750" algn="l">
              <a:lnSpc>
                <a:spcPts val="1370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sz="1400" dirty="0">
                <a:latin typeface="Sitka Text" pitchFamily="2" charset="0"/>
                <a:cs typeface="Times New Roman"/>
              </a:rPr>
              <a:t>Step</a:t>
            </a:r>
            <a:r>
              <a:rPr sz="1400" spc="-40" dirty="0">
                <a:latin typeface="Sitka Text" pitchFamily="2" charset="0"/>
                <a:cs typeface="Times New Roman"/>
              </a:rPr>
              <a:t> </a:t>
            </a:r>
            <a:r>
              <a:rPr sz="1400" dirty="0">
                <a:latin typeface="Sitka Text" pitchFamily="2" charset="0"/>
                <a:cs typeface="Times New Roman"/>
              </a:rPr>
              <a:t>1:</a:t>
            </a:r>
            <a:r>
              <a:rPr lang="en-IN" sz="1400" dirty="0">
                <a:latin typeface="Sitka Text" pitchFamily="2" charset="0"/>
                <a:cs typeface="Times New Roman"/>
              </a:rPr>
              <a:t> Connect each peer to the network.</a:t>
            </a:r>
            <a:r>
              <a:rPr sz="1400" spc="-5" dirty="0">
                <a:latin typeface="Sitka Text" pitchFamily="2" charset="0"/>
                <a:cs typeface="Times New Roman"/>
              </a:rPr>
              <a:t> </a:t>
            </a:r>
            <a:endParaRPr lang="en-IN" sz="1400" spc="-5" dirty="0">
              <a:latin typeface="Sitka Text" pitchFamily="2" charset="0"/>
              <a:cs typeface="Times New Roman"/>
            </a:endParaRPr>
          </a:p>
          <a:p>
            <a:pPr marL="514350" marR="567055" indent="-285750" algn="l">
              <a:lnSpc>
                <a:spcPts val="1370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sz="1400" dirty="0">
                <a:latin typeface="Sitka Text" pitchFamily="2" charset="0"/>
                <a:cs typeface="Times New Roman"/>
              </a:rPr>
              <a:t>Step</a:t>
            </a:r>
            <a:r>
              <a:rPr sz="1400" spc="-30" dirty="0">
                <a:latin typeface="Sitka Text" pitchFamily="2" charset="0"/>
                <a:cs typeface="Times New Roman"/>
              </a:rPr>
              <a:t> </a:t>
            </a:r>
            <a:r>
              <a:rPr sz="1400" dirty="0">
                <a:latin typeface="Sitka Text" pitchFamily="2" charset="0"/>
                <a:cs typeface="Times New Roman"/>
              </a:rPr>
              <a:t>2:</a:t>
            </a:r>
            <a:r>
              <a:rPr lang="en-IN" sz="1400" dirty="0">
                <a:latin typeface="Sitka Text" pitchFamily="2" charset="0"/>
                <a:cs typeface="Times New Roman"/>
              </a:rPr>
              <a:t> </a:t>
            </a:r>
            <a:r>
              <a:rPr lang="en-US" sz="1400" dirty="0">
                <a:latin typeface="Sitka Text" pitchFamily="2" charset="0"/>
              </a:rPr>
              <a:t>Assign a unique ID or address to every peer.</a:t>
            </a:r>
            <a:endParaRPr lang="en-US" sz="1400" spc="-25" dirty="0">
              <a:latin typeface="Sitka Text" pitchFamily="2" charset="0"/>
              <a:cs typeface="Times New Roman"/>
            </a:endParaRPr>
          </a:p>
          <a:p>
            <a:pPr marL="514350" marR="567055" indent="-285750" algn="l">
              <a:lnSpc>
                <a:spcPts val="1370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sz="1400" dirty="0">
                <a:latin typeface="Sitka Text" pitchFamily="2" charset="0"/>
                <a:cs typeface="Times New Roman"/>
              </a:rPr>
              <a:t>Step</a:t>
            </a:r>
            <a:r>
              <a:rPr sz="1400" spc="-45" dirty="0">
                <a:latin typeface="Sitka Text" pitchFamily="2" charset="0"/>
                <a:cs typeface="Times New Roman"/>
              </a:rPr>
              <a:t> </a:t>
            </a:r>
            <a:r>
              <a:rPr sz="1400" dirty="0">
                <a:latin typeface="Sitka Text" pitchFamily="2" charset="0"/>
                <a:cs typeface="Times New Roman"/>
              </a:rPr>
              <a:t>3:</a:t>
            </a:r>
            <a:r>
              <a:rPr sz="1400" spc="-15" dirty="0">
                <a:latin typeface="Sitka Text" pitchFamily="2" charset="0"/>
                <a:cs typeface="Times New Roman"/>
              </a:rPr>
              <a:t> </a:t>
            </a:r>
            <a:r>
              <a:rPr lang="en-US" sz="1400" dirty="0">
                <a:latin typeface="Sitka Text" pitchFamily="2" charset="0"/>
              </a:rPr>
              <a:t>Discover other peers in the network.</a:t>
            </a:r>
            <a:endParaRPr sz="1400" dirty="0">
              <a:latin typeface="Sitka Text" pitchFamily="2" charset="0"/>
              <a:cs typeface="Times New Roman"/>
            </a:endParaRPr>
          </a:p>
          <a:p>
            <a:pPr marL="514350" marR="362585" indent="-285750" algn="l">
              <a:lnSpc>
                <a:spcPts val="142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400" dirty="0">
                <a:latin typeface="Sitka Text" pitchFamily="2" charset="0"/>
                <a:cs typeface="Times New Roman"/>
              </a:rPr>
              <a:t>Step</a:t>
            </a:r>
            <a:r>
              <a:rPr sz="1400" spc="-50" dirty="0">
                <a:latin typeface="Sitka Text" pitchFamily="2" charset="0"/>
                <a:cs typeface="Times New Roman"/>
              </a:rPr>
              <a:t> </a:t>
            </a:r>
            <a:r>
              <a:rPr sz="1400" dirty="0">
                <a:latin typeface="Sitka Text" pitchFamily="2" charset="0"/>
                <a:cs typeface="Times New Roman"/>
              </a:rPr>
              <a:t>4:</a:t>
            </a:r>
            <a:r>
              <a:rPr lang="en-IN" sz="1400" dirty="0">
                <a:latin typeface="Sitka Text" pitchFamily="2" charset="0"/>
                <a:cs typeface="Times New Roman"/>
              </a:rPr>
              <a:t> </a:t>
            </a:r>
            <a:r>
              <a:rPr lang="en-US" sz="1400" dirty="0">
                <a:latin typeface="Sitka Text" pitchFamily="2" charset="0"/>
              </a:rPr>
              <a:t>Establish direct communication links between peers.</a:t>
            </a:r>
            <a:r>
              <a:rPr sz="1400" spc="-40" dirty="0">
                <a:latin typeface="Sitka Text" pitchFamily="2" charset="0"/>
                <a:cs typeface="Times New Roman"/>
              </a:rPr>
              <a:t> </a:t>
            </a:r>
            <a:endParaRPr lang="en-IN" sz="1400" spc="-40" dirty="0">
              <a:latin typeface="Sitka Text" pitchFamily="2" charset="0"/>
              <a:cs typeface="Times New Roman"/>
            </a:endParaRPr>
          </a:p>
          <a:p>
            <a:pPr marL="514350" marR="362585" indent="-285750" algn="l">
              <a:lnSpc>
                <a:spcPts val="142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400" dirty="0">
                <a:latin typeface="Sitka Text" pitchFamily="2" charset="0"/>
                <a:cs typeface="Times New Roman"/>
              </a:rPr>
              <a:t>Step</a:t>
            </a:r>
            <a:r>
              <a:rPr sz="1400" spc="-35" dirty="0">
                <a:latin typeface="Sitka Text" pitchFamily="2" charset="0"/>
                <a:cs typeface="Times New Roman"/>
              </a:rPr>
              <a:t> </a:t>
            </a:r>
            <a:r>
              <a:rPr sz="1400" dirty="0">
                <a:latin typeface="Sitka Text" pitchFamily="2" charset="0"/>
                <a:cs typeface="Times New Roman"/>
              </a:rPr>
              <a:t>5:</a:t>
            </a:r>
            <a:r>
              <a:rPr lang="en-IN" sz="1400" dirty="0">
                <a:latin typeface="Sitka Text" pitchFamily="2" charset="0"/>
                <a:cs typeface="Times New Roman"/>
              </a:rPr>
              <a:t> </a:t>
            </a:r>
            <a:r>
              <a:rPr lang="en-US" sz="1400" dirty="0">
                <a:latin typeface="Sitka Text" pitchFamily="2" charset="0"/>
              </a:rPr>
              <a:t>Share and request data or resources among peers.</a:t>
            </a:r>
            <a:endParaRPr sz="1400" dirty="0">
              <a:latin typeface="Sitka Text" pitchFamily="2" charset="0"/>
              <a:cs typeface="Times New Roman"/>
            </a:endParaRPr>
          </a:p>
          <a:p>
            <a:pPr marL="514350" indent="-285750" algn="l">
              <a:lnSpc>
                <a:spcPts val="1390"/>
              </a:lnSpc>
              <a:buFont typeface="Arial" panose="020B0604020202020204" pitchFamily="34" charset="0"/>
              <a:buChar char="•"/>
            </a:pPr>
            <a:r>
              <a:rPr sz="1400" dirty="0">
                <a:latin typeface="Sitka Text" pitchFamily="2" charset="0"/>
                <a:cs typeface="Times New Roman"/>
              </a:rPr>
              <a:t>Step</a:t>
            </a:r>
            <a:r>
              <a:rPr sz="1400" spc="-20" dirty="0">
                <a:latin typeface="Sitka Text" pitchFamily="2" charset="0"/>
                <a:cs typeface="Times New Roman"/>
              </a:rPr>
              <a:t> </a:t>
            </a:r>
            <a:r>
              <a:rPr sz="1400" dirty="0">
                <a:latin typeface="Sitka Text" pitchFamily="2" charset="0"/>
                <a:cs typeface="Times New Roman"/>
              </a:rPr>
              <a:t>6:</a:t>
            </a:r>
            <a:r>
              <a:rPr lang="en-IN" sz="1400" dirty="0">
                <a:latin typeface="Sitka Text" pitchFamily="2" charset="0"/>
                <a:cs typeface="Times New Roman"/>
              </a:rPr>
              <a:t> </a:t>
            </a:r>
            <a:r>
              <a:rPr lang="en-US" sz="1400" dirty="0">
                <a:latin typeface="Sitka Text" pitchFamily="2" charset="0"/>
              </a:rPr>
              <a:t>Verify data integrity and authenticity.</a:t>
            </a:r>
          </a:p>
          <a:p>
            <a:pPr marL="514350" indent="-285750" algn="l">
              <a:lnSpc>
                <a:spcPts val="139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Sitka Text" pitchFamily="2" charset="0"/>
                <a:cs typeface="Times New Roman"/>
              </a:rPr>
              <a:t>Step 7: </a:t>
            </a:r>
            <a:r>
              <a:rPr lang="en-US" sz="1400" dirty="0">
                <a:latin typeface="Sitka Text" pitchFamily="2" charset="0"/>
              </a:rPr>
              <a:t>Update and maintain connections dynamically.</a:t>
            </a:r>
            <a:endParaRPr sz="1400" dirty="0">
              <a:latin typeface="Sitka Text" pitchFamily="2" charset="0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708" y="4472177"/>
            <a:ext cx="16109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latin typeface="Times New Roman"/>
                <a:cs typeface="Times New Roman"/>
              </a:rPr>
              <a:t>Observation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Table: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708" y="4719319"/>
            <a:ext cx="92646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540" dirty="0">
                <a:latin typeface="Arial"/>
                <a:cs typeface="Arial"/>
              </a:rPr>
              <a:t>📊</a:t>
            </a:r>
            <a:r>
              <a:rPr sz="750" b="1" spc="10" dirty="0">
                <a:latin typeface="Arial"/>
                <a:cs typeface="Arial"/>
              </a:rPr>
              <a:t> </a:t>
            </a:r>
            <a:r>
              <a:rPr sz="750" b="1" spc="-10" dirty="0">
                <a:latin typeface="Times New Roman"/>
                <a:cs typeface="Times New Roman"/>
              </a:rPr>
              <a:t>Observation</a:t>
            </a:r>
            <a:r>
              <a:rPr sz="750" b="1" spc="-15" dirty="0">
                <a:latin typeface="Times New Roman"/>
                <a:cs typeface="Times New Roman"/>
              </a:rPr>
              <a:t> </a:t>
            </a:r>
            <a:r>
              <a:rPr sz="750" b="1" spc="-55" dirty="0">
                <a:latin typeface="Times New Roman"/>
                <a:cs typeface="Times New Roman"/>
              </a:rPr>
              <a:t>Table</a:t>
            </a:r>
            <a:endParaRPr sz="7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878700"/>
              </p:ext>
            </p:extLst>
          </p:nvPr>
        </p:nvGraphicFramePr>
        <p:xfrm>
          <a:off x="700074" y="4955668"/>
          <a:ext cx="5671184" cy="1473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 marL="31750">
                        <a:lnSpc>
                          <a:spcPts val="815"/>
                        </a:lnSpc>
                      </a:pPr>
                      <a:r>
                        <a:rPr sz="750" b="1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815"/>
                        </a:lnSpc>
                      </a:pPr>
                      <a:r>
                        <a:rPr sz="750" b="1" spc="-10" dirty="0">
                          <a:latin typeface="Times New Roman"/>
                          <a:cs typeface="Times New Roman"/>
                        </a:rPr>
                        <a:t>Action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815"/>
                        </a:lnSpc>
                      </a:pPr>
                      <a:r>
                        <a:rPr sz="750" b="1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b="1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815"/>
                        </a:lnSpc>
                      </a:pPr>
                      <a:r>
                        <a:rPr sz="750" b="1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b="1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750" b="1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815"/>
                        </a:lnSpc>
                      </a:pPr>
                      <a:r>
                        <a:rPr sz="750" b="1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b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7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b="1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815"/>
                        </a:lnSpc>
                      </a:pPr>
                      <a:r>
                        <a:rPr sz="750" b="1" spc="-1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7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b="1" spc="-10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7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sz="7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peers</a:t>
                      </a:r>
                      <a:r>
                        <a:rPr sz="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synchronized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7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7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Modify</a:t>
                      </a:r>
                      <a:r>
                        <a:rPr sz="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Block</a:t>
                      </a:r>
                      <a:r>
                        <a:rPr sz="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#2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❌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Invalid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750" spc="-20" dirty="0">
                          <a:latin typeface="Times New Roman"/>
                          <a:cs typeface="Times New Roman"/>
                        </a:rPr>
                        <a:t>sync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7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Mine</a:t>
                      </a:r>
                      <a:r>
                        <a:rPr sz="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Block</a:t>
                      </a:r>
                      <a:r>
                        <a:rPr sz="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#2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Peer</a:t>
                      </a:r>
                      <a:r>
                        <a:rPr sz="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valid but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31750">
                        <a:lnSpc>
                          <a:spcPts val="840"/>
                        </a:lnSpc>
                        <a:spcBef>
                          <a:spcPts val="780"/>
                        </a:spcBef>
                      </a:pPr>
                      <a:r>
                        <a:rPr sz="7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840"/>
                        </a:lnSpc>
                        <a:spcBef>
                          <a:spcPts val="780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Manually</a:t>
                      </a:r>
                      <a:r>
                        <a:rPr sz="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sync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815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815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815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Segoe UI Emoji"/>
                          <a:cs typeface="Segoe UI Emoji"/>
                        </a:rPr>
                        <a:t>✅</a:t>
                      </a:r>
                      <a:r>
                        <a:rPr sz="750" spc="-20" dirty="0"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Valid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840"/>
                        </a:lnSpc>
                        <a:spcBef>
                          <a:spcPts val="780"/>
                        </a:spcBef>
                      </a:pPr>
                      <a:r>
                        <a:rPr sz="7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7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dirty="0">
                          <a:latin typeface="Times New Roman"/>
                          <a:cs typeface="Times New Roman"/>
                        </a:rPr>
                        <a:t>peers </a:t>
                      </a:r>
                      <a:r>
                        <a:rPr sz="750" spc="-10" dirty="0">
                          <a:latin typeface="Times New Roman"/>
                          <a:cs typeface="Times New Roman"/>
                        </a:rPr>
                        <a:t>synchronized</a:t>
                      </a:r>
                      <a:r>
                        <a:rPr sz="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-20" dirty="0">
                          <a:latin typeface="Times New Roman"/>
                          <a:cs typeface="Times New Roman"/>
                        </a:rPr>
                        <a:t>again</a:t>
                      </a:r>
                      <a:endParaRPr sz="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0" y="609599"/>
            <a:ext cx="1843151" cy="127253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9968" y="7978723"/>
          <a:ext cx="6657337" cy="1607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4750" y="8034654"/>
            <a:ext cx="463245" cy="927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1670" y="8022250"/>
            <a:ext cx="219075" cy="1044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72179" y="8022228"/>
            <a:ext cx="319404" cy="1047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6220" y="8020943"/>
            <a:ext cx="965835" cy="1047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41340" y="8022262"/>
            <a:ext cx="561339" cy="10472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465829" y="8234729"/>
            <a:ext cx="130175" cy="92075"/>
            <a:chOff x="3465829" y="8234729"/>
            <a:chExt cx="130175" cy="9207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9329" y="8234729"/>
              <a:ext cx="66675" cy="920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65829" y="8235949"/>
              <a:ext cx="38100" cy="90170"/>
            </a:xfrm>
            <a:custGeom>
              <a:avLst/>
              <a:gdLst/>
              <a:ahLst/>
              <a:cxnLst/>
              <a:rect l="l" t="t" r="r" b="b"/>
              <a:pathLst>
                <a:path w="38100" h="90170">
                  <a:moveTo>
                    <a:pt x="37592" y="0"/>
                  </a:moveTo>
                  <a:lnTo>
                    <a:pt x="29591" y="0"/>
                  </a:lnTo>
                  <a:lnTo>
                    <a:pt x="27432" y="3936"/>
                  </a:lnTo>
                  <a:lnTo>
                    <a:pt x="23622" y="7873"/>
                  </a:lnTo>
                  <a:lnTo>
                    <a:pt x="13208" y="16128"/>
                  </a:lnTo>
                  <a:lnTo>
                    <a:pt x="6985" y="19684"/>
                  </a:lnTo>
                  <a:lnTo>
                    <a:pt x="0" y="22605"/>
                  </a:lnTo>
                  <a:lnTo>
                    <a:pt x="0" y="33146"/>
                  </a:lnTo>
                  <a:lnTo>
                    <a:pt x="25146" y="19938"/>
                  </a:lnTo>
                  <a:lnTo>
                    <a:pt x="25146" y="90169"/>
                  </a:lnTo>
                  <a:lnTo>
                    <a:pt x="37592" y="90169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0700" y="8435213"/>
            <a:ext cx="1508125" cy="11620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465829" y="8435720"/>
            <a:ext cx="129539" cy="90805"/>
            <a:chOff x="3465829" y="8435720"/>
            <a:chExt cx="129539" cy="9080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9329" y="8435720"/>
              <a:ext cx="65791" cy="908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65829" y="8435720"/>
              <a:ext cx="38100" cy="90805"/>
            </a:xfrm>
            <a:custGeom>
              <a:avLst/>
              <a:gdLst/>
              <a:ahLst/>
              <a:cxnLst/>
              <a:rect l="l" t="t" r="r" b="b"/>
              <a:pathLst>
                <a:path w="38100" h="90804">
                  <a:moveTo>
                    <a:pt x="37592" y="0"/>
                  </a:moveTo>
                  <a:lnTo>
                    <a:pt x="29591" y="0"/>
                  </a:lnTo>
                  <a:lnTo>
                    <a:pt x="27432" y="3937"/>
                  </a:lnTo>
                  <a:lnTo>
                    <a:pt x="23622" y="8001"/>
                  </a:lnTo>
                  <a:lnTo>
                    <a:pt x="13208" y="16256"/>
                  </a:lnTo>
                  <a:lnTo>
                    <a:pt x="6985" y="19685"/>
                  </a:lnTo>
                  <a:lnTo>
                    <a:pt x="0" y="22606"/>
                  </a:lnTo>
                  <a:lnTo>
                    <a:pt x="0" y="33274"/>
                  </a:lnTo>
                  <a:lnTo>
                    <a:pt x="25146" y="19939"/>
                  </a:lnTo>
                  <a:lnTo>
                    <a:pt x="25146" y="90297"/>
                  </a:lnTo>
                  <a:lnTo>
                    <a:pt x="37592" y="90297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0700" y="8842628"/>
            <a:ext cx="652551" cy="9016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43964" y="8837581"/>
            <a:ext cx="813435" cy="114266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3465829" y="8836405"/>
            <a:ext cx="129539" cy="90805"/>
            <a:chOff x="3465829" y="8836405"/>
            <a:chExt cx="129539" cy="90805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9329" y="8836405"/>
              <a:ext cx="65791" cy="9080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465829" y="8836405"/>
              <a:ext cx="38100" cy="90805"/>
            </a:xfrm>
            <a:custGeom>
              <a:avLst/>
              <a:gdLst/>
              <a:ahLst/>
              <a:cxnLst/>
              <a:rect l="l" t="t" r="r" b="b"/>
              <a:pathLst>
                <a:path w="38100" h="90804">
                  <a:moveTo>
                    <a:pt x="37592" y="0"/>
                  </a:moveTo>
                  <a:lnTo>
                    <a:pt x="29591" y="0"/>
                  </a:lnTo>
                  <a:lnTo>
                    <a:pt x="27432" y="3936"/>
                  </a:lnTo>
                  <a:lnTo>
                    <a:pt x="23622" y="8000"/>
                  </a:lnTo>
                  <a:lnTo>
                    <a:pt x="13208" y="16255"/>
                  </a:lnTo>
                  <a:lnTo>
                    <a:pt x="6985" y="19684"/>
                  </a:lnTo>
                  <a:lnTo>
                    <a:pt x="0" y="22605"/>
                  </a:lnTo>
                  <a:lnTo>
                    <a:pt x="0" y="33273"/>
                  </a:lnTo>
                  <a:lnTo>
                    <a:pt x="25146" y="19938"/>
                  </a:lnTo>
                  <a:lnTo>
                    <a:pt x="25146" y="90296"/>
                  </a:lnTo>
                  <a:lnTo>
                    <a:pt x="37592" y="90296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0700" y="9036303"/>
            <a:ext cx="2375027" cy="11620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465829" y="9036100"/>
            <a:ext cx="130175" cy="92075"/>
            <a:chOff x="3465829" y="9036100"/>
            <a:chExt cx="130175" cy="92075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29329" y="9036100"/>
              <a:ext cx="66675" cy="920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65829" y="9037319"/>
              <a:ext cx="38100" cy="90170"/>
            </a:xfrm>
            <a:custGeom>
              <a:avLst/>
              <a:gdLst/>
              <a:ahLst/>
              <a:cxnLst/>
              <a:rect l="l" t="t" r="r" b="b"/>
              <a:pathLst>
                <a:path w="38100" h="90170">
                  <a:moveTo>
                    <a:pt x="37592" y="0"/>
                  </a:moveTo>
                  <a:lnTo>
                    <a:pt x="29591" y="0"/>
                  </a:lnTo>
                  <a:lnTo>
                    <a:pt x="27432" y="3936"/>
                  </a:lnTo>
                  <a:lnTo>
                    <a:pt x="23622" y="7873"/>
                  </a:lnTo>
                  <a:lnTo>
                    <a:pt x="13208" y="16128"/>
                  </a:lnTo>
                  <a:lnTo>
                    <a:pt x="6985" y="19684"/>
                  </a:lnTo>
                  <a:lnTo>
                    <a:pt x="0" y="22605"/>
                  </a:lnTo>
                  <a:lnTo>
                    <a:pt x="0" y="33146"/>
                  </a:lnTo>
                  <a:lnTo>
                    <a:pt x="25146" y="19938"/>
                  </a:lnTo>
                  <a:lnTo>
                    <a:pt x="25146" y="90169"/>
                  </a:lnTo>
                  <a:lnTo>
                    <a:pt x="37592" y="90169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0540" y="9236709"/>
            <a:ext cx="265163" cy="90169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3465829" y="9236378"/>
            <a:ext cx="130175" cy="92075"/>
            <a:chOff x="3465829" y="9236378"/>
            <a:chExt cx="130175" cy="92075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9329" y="9236378"/>
              <a:ext cx="66675" cy="920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465829" y="9237725"/>
              <a:ext cx="38100" cy="90170"/>
            </a:xfrm>
            <a:custGeom>
              <a:avLst/>
              <a:gdLst/>
              <a:ahLst/>
              <a:cxnLst/>
              <a:rect l="l" t="t" r="r" b="b"/>
              <a:pathLst>
                <a:path w="38100" h="90170">
                  <a:moveTo>
                    <a:pt x="37592" y="0"/>
                  </a:moveTo>
                  <a:lnTo>
                    <a:pt x="29591" y="0"/>
                  </a:lnTo>
                  <a:lnTo>
                    <a:pt x="27432" y="3809"/>
                  </a:lnTo>
                  <a:lnTo>
                    <a:pt x="23622" y="7873"/>
                  </a:lnTo>
                  <a:lnTo>
                    <a:pt x="13208" y="16128"/>
                  </a:lnTo>
                  <a:lnTo>
                    <a:pt x="6985" y="19557"/>
                  </a:lnTo>
                  <a:lnTo>
                    <a:pt x="0" y="22478"/>
                  </a:lnTo>
                  <a:lnTo>
                    <a:pt x="0" y="33146"/>
                  </a:lnTo>
                  <a:lnTo>
                    <a:pt x="25146" y="19811"/>
                  </a:lnTo>
                  <a:lnTo>
                    <a:pt x="25146" y="90169"/>
                  </a:lnTo>
                  <a:lnTo>
                    <a:pt x="37592" y="90169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3080" y="9436736"/>
            <a:ext cx="319239" cy="9207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56304" y="9436413"/>
            <a:ext cx="145414" cy="92015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16890" y="8235188"/>
            <a:ext cx="514984" cy="116205"/>
          </a:xfrm>
          <a:custGeom>
            <a:avLst/>
            <a:gdLst/>
            <a:ahLst/>
            <a:cxnLst/>
            <a:rect l="l" t="t" r="r" b="b"/>
            <a:pathLst>
              <a:path w="514984" h="116204">
                <a:moveTo>
                  <a:pt x="90131" y="62611"/>
                </a:moveTo>
                <a:lnTo>
                  <a:pt x="76593" y="59563"/>
                </a:lnTo>
                <a:lnTo>
                  <a:pt x="74739" y="67056"/>
                </a:lnTo>
                <a:lnTo>
                  <a:pt x="71183" y="72771"/>
                </a:lnTo>
                <a:lnTo>
                  <a:pt x="60731" y="80391"/>
                </a:lnTo>
                <a:lnTo>
                  <a:pt x="54356" y="82296"/>
                </a:lnTo>
                <a:lnTo>
                  <a:pt x="40601" y="82296"/>
                </a:lnTo>
                <a:lnTo>
                  <a:pt x="13982" y="53086"/>
                </a:lnTo>
                <a:lnTo>
                  <a:pt x="13982" y="39624"/>
                </a:lnTo>
                <a:lnTo>
                  <a:pt x="40068" y="10160"/>
                </a:lnTo>
                <a:lnTo>
                  <a:pt x="54711" y="10160"/>
                </a:lnTo>
                <a:lnTo>
                  <a:pt x="60375" y="11684"/>
                </a:lnTo>
                <a:lnTo>
                  <a:pt x="69354" y="17526"/>
                </a:lnTo>
                <a:lnTo>
                  <a:pt x="72809" y="22352"/>
                </a:lnTo>
                <a:lnTo>
                  <a:pt x="75158" y="28829"/>
                </a:lnTo>
                <a:lnTo>
                  <a:pt x="88430" y="26035"/>
                </a:lnTo>
                <a:lnTo>
                  <a:pt x="55486" y="508"/>
                </a:lnTo>
                <a:lnTo>
                  <a:pt x="48133" y="0"/>
                </a:lnTo>
                <a:lnTo>
                  <a:pt x="39141" y="0"/>
                </a:lnTo>
                <a:lnTo>
                  <a:pt x="2019" y="28194"/>
                </a:lnTo>
                <a:lnTo>
                  <a:pt x="0" y="36322"/>
                </a:lnTo>
                <a:lnTo>
                  <a:pt x="0" y="54102"/>
                </a:lnTo>
                <a:lnTo>
                  <a:pt x="21107" y="86487"/>
                </a:lnTo>
                <a:lnTo>
                  <a:pt x="47917" y="92456"/>
                </a:lnTo>
                <a:lnTo>
                  <a:pt x="55575" y="91948"/>
                </a:lnTo>
                <a:lnTo>
                  <a:pt x="87591" y="69469"/>
                </a:lnTo>
                <a:lnTo>
                  <a:pt x="90131" y="62611"/>
                </a:lnTo>
                <a:close/>
              </a:path>
              <a:path w="514984" h="116204">
                <a:moveTo>
                  <a:pt x="169887" y="57658"/>
                </a:moveTo>
                <a:lnTo>
                  <a:pt x="160540" y="33909"/>
                </a:lnTo>
                <a:lnTo>
                  <a:pt x="160210" y="33528"/>
                </a:lnTo>
                <a:lnTo>
                  <a:pt x="157048" y="31242"/>
                </a:lnTo>
                <a:lnTo>
                  <a:pt x="157010" y="50215"/>
                </a:lnTo>
                <a:lnTo>
                  <a:pt x="156997" y="66802"/>
                </a:lnTo>
                <a:lnTo>
                  <a:pt x="155143" y="72517"/>
                </a:lnTo>
                <a:lnTo>
                  <a:pt x="154914" y="73025"/>
                </a:lnTo>
                <a:lnTo>
                  <a:pt x="146685" y="81280"/>
                </a:lnTo>
                <a:lnTo>
                  <a:pt x="141503" y="83312"/>
                </a:lnTo>
                <a:lnTo>
                  <a:pt x="128981" y="83312"/>
                </a:lnTo>
                <a:lnTo>
                  <a:pt x="123774" y="81280"/>
                </a:lnTo>
                <a:lnTo>
                  <a:pt x="115481" y="73025"/>
                </a:lnTo>
                <a:lnTo>
                  <a:pt x="113411" y="66802"/>
                </a:lnTo>
                <a:lnTo>
                  <a:pt x="113411" y="50292"/>
                </a:lnTo>
                <a:lnTo>
                  <a:pt x="115455" y="44196"/>
                </a:lnTo>
                <a:lnTo>
                  <a:pt x="123748" y="35941"/>
                </a:lnTo>
                <a:lnTo>
                  <a:pt x="128981" y="33909"/>
                </a:lnTo>
                <a:lnTo>
                  <a:pt x="141452" y="33909"/>
                </a:lnTo>
                <a:lnTo>
                  <a:pt x="146634" y="35941"/>
                </a:lnTo>
                <a:lnTo>
                  <a:pt x="154965" y="44196"/>
                </a:lnTo>
                <a:lnTo>
                  <a:pt x="157010" y="50215"/>
                </a:lnTo>
                <a:lnTo>
                  <a:pt x="157010" y="31216"/>
                </a:lnTo>
                <a:lnTo>
                  <a:pt x="155016" y="29718"/>
                </a:lnTo>
                <a:lnTo>
                  <a:pt x="149123" y="26924"/>
                </a:lnTo>
                <a:lnTo>
                  <a:pt x="142544" y="25273"/>
                </a:lnTo>
                <a:lnTo>
                  <a:pt x="135280" y="24765"/>
                </a:lnTo>
                <a:lnTo>
                  <a:pt x="126123" y="24765"/>
                </a:lnTo>
                <a:lnTo>
                  <a:pt x="100647" y="57658"/>
                </a:lnTo>
                <a:lnTo>
                  <a:pt x="100571" y="58547"/>
                </a:lnTo>
                <a:lnTo>
                  <a:pt x="101142" y="65913"/>
                </a:lnTo>
                <a:lnTo>
                  <a:pt x="135280" y="92329"/>
                </a:lnTo>
                <a:lnTo>
                  <a:pt x="141719" y="92329"/>
                </a:lnTo>
                <a:lnTo>
                  <a:pt x="147688" y="90932"/>
                </a:lnTo>
                <a:lnTo>
                  <a:pt x="158597" y="85725"/>
                </a:lnTo>
                <a:lnTo>
                  <a:pt x="161277" y="83312"/>
                </a:lnTo>
                <a:lnTo>
                  <a:pt x="162750" y="82042"/>
                </a:lnTo>
                <a:lnTo>
                  <a:pt x="168465" y="72517"/>
                </a:lnTo>
                <a:lnTo>
                  <a:pt x="169684" y="66802"/>
                </a:lnTo>
                <a:lnTo>
                  <a:pt x="169824" y="66294"/>
                </a:lnTo>
                <a:lnTo>
                  <a:pt x="169887" y="57658"/>
                </a:lnTo>
                <a:close/>
              </a:path>
              <a:path w="514984" h="116204">
                <a:moveTo>
                  <a:pt x="244640" y="46101"/>
                </a:moveTo>
                <a:lnTo>
                  <a:pt x="223837" y="24765"/>
                </a:lnTo>
                <a:lnTo>
                  <a:pt x="219379" y="24765"/>
                </a:lnTo>
                <a:lnTo>
                  <a:pt x="212140" y="25400"/>
                </a:lnTo>
                <a:lnTo>
                  <a:pt x="205816" y="27432"/>
                </a:lnTo>
                <a:lnTo>
                  <a:pt x="200380" y="30734"/>
                </a:lnTo>
                <a:lnTo>
                  <a:pt x="195872" y="35306"/>
                </a:lnTo>
                <a:lnTo>
                  <a:pt x="195872" y="26162"/>
                </a:lnTo>
                <a:lnTo>
                  <a:pt x="184594" y="26162"/>
                </a:lnTo>
                <a:lnTo>
                  <a:pt x="184594" y="90932"/>
                </a:lnTo>
                <a:lnTo>
                  <a:pt x="197154" y="90932"/>
                </a:lnTo>
                <a:lnTo>
                  <a:pt x="197154" y="47244"/>
                </a:lnTo>
                <a:lnTo>
                  <a:pt x="199072" y="41656"/>
                </a:lnTo>
                <a:lnTo>
                  <a:pt x="206819" y="35687"/>
                </a:lnTo>
                <a:lnTo>
                  <a:pt x="211416" y="34290"/>
                </a:lnTo>
                <a:lnTo>
                  <a:pt x="220065" y="34290"/>
                </a:lnTo>
                <a:lnTo>
                  <a:pt x="232092" y="47117"/>
                </a:lnTo>
                <a:lnTo>
                  <a:pt x="232092" y="90932"/>
                </a:lnTo>
                <a:lnTo>
                  <a:pt x="244640" y="90932"/>
                </a:lnTo>
                <a:lnTo>
                  <a:pt x="244640" y="46101"/>
                </a:lnTo>
                <a:close/>
              </a:path>
              <a:path w="514984" h="116204">
                <a:moveTo>
                  <a:pt x="324535" y="68707"/>
                </a:moveTo>
                <a:lnTo>
                  <a:pt x="312267" y="67183"/>
                </a:lnTo>
                <a:lnTo>
                  <a:pt x="311378" y="72644"/>
                </a:lnTo>
                <a:lnTo>
                  <a:pt x="309295" y="76708"/>
                </a:lnTo>
                <a:lnTo>
                  <a:pt x="302717" y="82042"/>
                </a:lnTo>
                <a:lnTo>
                  <a:pt x="298602" y="83312"/>
                </a:lnTo>
                <a:lnTo>
                  <a:pt x="287553" y="83312"/>
                </a:lnTo>
                <a:lnTo>
                  <a:pt x="282587" y="81280"/>
                </a:lnTo>
                <a:lnTo>
                  <a:pt x="274955" y="73406"/>
                </a:lnTo>
                <a:lnTo>
                  <a:pt x="273050" y="67183"/>
                </a:lnTo>
                <a:lnTo>
                  <a:pt x="273050" y="49911"/>
                </a:lnTo>
                <a:lnTo>
                  <a:pt x="275018" y="43688"/>
                </a:lnTo>
                <a:lnTo>
                  <a:pt x="282943" y="35687"/>
                </a:lnTo>
                <a:lnTo>
                  <a:pt x="288074" y="33782"/>
                </a:lnTo>
                <a:lnTo>
                  <a:pt x="298564" y="33782"/>
                </a:lnTo>
                <a:lnTo>
                  <a:pt x="302145" y="34798"/>
                </a:lnTo>
                <a:lnTo>
                  <a:pt x="308051" y="39243"/>
                </a:lnTo>
                <a:lnTo>
                  <a:pt x="310095" y="42545"/>
                </a:lnTo>
                <a:lnTo>
                  <a:pt x="311264" y="46863"/>
                </a:lnTo>
                <a:lnTo>
                  <a:pt x="323392" y="45212"/>
                </a:lnTo>
                <a:lnTo>
                  <a:pt x="321970" y="38735"/>
                </a:lnTo>
                <a:lnTo>
                  <a:pt x="318693" y="33655"/>
                </a:lnTo>
                <a:lnTo>
                  <a:pt x="308495" y="26543"/>
                </a:lnTo>
                <a:lnTo>
                  <a:pt x="301891" y="24765"/>
                </a:lnTo>
                <a:lnTo>
                  <a:pt x="287528" y="24765"/>
                </a:lnTo>
                <a:lnTo>
                  <a:pt x="260210" y="51816"/>
                </a:lnTo>
                <a:lnTo>
                  <a:pt x="260210" y="58801"/>
                </a:lnTo>
                <a:lnTo>
                  <a:pt x="286588" y="91694"/>
                </a:lnTo>
                <a:lnTo>
                  <a:pt x="293801" y="92329"/>
                </a:lnTo>
                <a:lnTo>
                  <a:pt x="301853" y="92329"/>
                </a:lnTo>
                <a:lnTo>
                  <a:pt x="308686" y="90170"/>
                </a:lnTo>
                <a:lnTo>
                  <a:pt x="319760" y="81788"/>
                </a:lnTo>
                <a:lnTo>
                  <a:pt x="323176" y="76073"/>
                </a:lnTo>
                <a:lnTo>
                  <a:pt x="324535" y="68707"/>
                </a:lnTo>
                <a:close/>
              </a:path>
              <a:path w="514984" h="116204">
                <a:moveTo>
                  <a:pt x="399122" y="58420"/>
                </a:moveTo>
                <a:lnTo>
                  <a:pt x="385864" y="30607"/>
                </a:lnTo>
                <a:lnTo>
                  <a:pt x="385864" y="33782"/>
                </a:lnTo>
                <a:lnTo>
                  <a:pt x="385864" y="52324"/>
                </a:lnTo>
                <a:lnTo>
                  <a:pt x="344639" y="52324"/>
                </a:lnTo>
                <a:lnTo>
                  <a:pt x="345059" y="46863"/>
                </a:lnTo>
                <a:lnTo>
                  <a:pt x="345071" y="46736"/>
                </a:lnTo>
                <a:lnTo>
                  <a:pt x="347230" y="42164"/>
                </a:lnTo>
                <a:lnTo>
                  <a:pt x="355053" y="35433"/>
                </a:lnTo>
                <a:lnTo>
                  <a:pt x="359816" y="33782"/>
                </a:lnTo>
                <a:lnTo>
                  <a:pt x="372033" y="33782"/>
                </a:lnTo>
                <a:lnTo>
                  <a:pt x="377164" y="35941"/>
                </a:lnTo>
                <a:lnTo>
                  <a:pt x="381127" y="40132"/>
                </a:lnTo>
                <a:lnTo>
                  <a:pt x="383717" y="42799"/>
                </a:lnTo>
                <a:lnTo>
                  <a:pt x="385229" y="46736"/>
                </a:lnTo>
                <a:lnTo>
                  <a:pt x="385318" y="46863"/>
                </a:lnTo>
                <a:lnTo>
                  <a:pt x="385711" y="50927"/>
                </a:lnTo>
                <a:lnTo>
                  <a:pt x="365569" y="24765"/>
                </a:lnTo>
                <a:lnTo>
                  <a:pt x="358267" y="25400"/>
                </a:lnTo>
                <a:lnTo>
                  <a:pt x="331152" y="58420"/>
                </a:lnTo>
                <a:lnTo>
                  <a:pt x="331101" y="59055"/>
                </a:lnTo>
                <a:lnTo>
                  <a:pt x="358571" y="91694"/>
                </a:lnTo>
                <a:lnTo>
                  <a:pt x="366242" y="92329"/>
                </a:lnTo>
                <a:lnTo>
                  <a:pt x="374840" y="92329"/>
                </a:lnTo>
                <a:lnTo>
                  <a:pt x="381863" y="90424"/>
                </a:lnTo>
                <a:lnTo>
                  <a:pt x="392709" y="83312"/>
                </a:lnTo>
                <a:lnTo>
                  <a:pt x="396684" y="78105"/>
                </a:lnTo>
                <a:lnTo>
                  <a:pt x="398703" y="71501"/>
                </a:lnTo>
                <a:lnTo>
                  <a:pt x="385724" y="69977"/>
                </a:lnTo>
                <a:lnTo>
                  <a:pt x="383819" y="74549"/>
                </a:lnTo>
                <a:lnTo>
                  <a:pt x="381190" y="78105"/>
                </a:lnTo>
                <a:lnTo>
                  <a:pt x="374764" y="82296"/>
                </a:lnTo>
                <a:lnTo>
                  <a:pt x="370840" y="83312"/>
                </a:lnTo>
                <a:lnTo>
                  <a:pt x="360095" y="83312"/>
                </a:lnTo>
                <a:lnTo>
                  <a:pt x="354939" y="81407"/>
                </a:lnTo>
                <a:lnTo>
                  <a:pt x="346684" y="73914"/>
                </a:lnTo>
                <a:lnTo>
                  <a:pt x="344411" y="68453"/>
                </a:lnTo>
                <a:lnTo>
                  <a:pt x="343928" y="61341"/>
                </a:lnTo>
                <a:lnTo>
                  <a:pt x="399059" y="61341"/>
                </a:lnTo>
                <a:lnTo>
                  <a:pt x="399122" y="58420"/>
                </a:lnTo>
                <a:close/>
              </a:path>
              <a:path w="514984" h="116204">
                <a:moveTo>
                  <a:pt x="478739" y="51816"/>
                </a:moveTo>
                <a:lnTo>
                  <a:pt x="465899" y="30099"/>
                </a:lnTo>
                <a:lnTo>
                  <a:pt x="465899" y="49784"/>
                </a:lnTo>
                <a:lnTo>
                  <a:pt x="465899" y="66675"/>
                </a:lnTo>
                <a:lnTo>
                  <a:pt x="463918" y="73025"/>
                </a:lnTo>
                <a:lnTo>
                  <a:pt x="455866" y="81280"/>
                </a:lnTo>
                <a:lnTo>
                  <a:pt x="451256" y="83312"/>
                </a:lnTo>
                <a:lnTo>
                  <a:pt x="440220" y="83312"/>
                </a:lnTo>
                <a:lnTo>
                  <a:pt x="435571" y="81280"/>
                </a:lnTo>
                <a:lnTo>
                  <a:pt x="427888" y="73406"/>
                </a:lnTo>
                <a:lnTo>
                  <a:pt x="425970" y="67183"/>
                </a:lnTo>
                <a:lnTo>
                  <a:pt x="425970" y="50673"/>
                </a:lnTo>
                <a:lnTo>
                  <a:pt x="428002" y="44323"/>
                </a:lnTo>
                <a:lnTo>
                  <a:pt x="436206" y="35560"/>
                </a:lnTo>
                <a:lnTo>
                  <a:pt x="438188" y="34671"/>
                </a:lnTo>
                <a:lnTo>
                  <a:pt x="440918" y="33401"/>
                </a:lnTo>
                <a:lnTo>
                  <a:pt x="451612" y="33401"/>
                </a:lnTo>
                <a:lnTo>
                  <a:pt x="456501" y="35560"/>
                </a:lnTo>
                <a:lnTo>
                  <a:pt x="456336" y="35560"/>
                </a:lnTo>
                <a:lnTo>
                  <a:pt x="463969" y="43561"/>
                </a:lnTo>
                <a:lnTo>
                  <a:pt x="465899" y="49784"/>
                </a:lnTo>
                <a:lnTo>
                  <a:pt x="465899" y="30099"/>
                </a:lnTo>
                <a:lnTo>
                  <a:pt x="459282" y="26162"/>
                </a:lnTo>
                <a:lnTo>
                  <a:pt x="453732" y="24765"/>
                </a:lnTo>
                <a:lnTo>
                  <a:pt x="442569" y="24765"/>
                </a:lnTo>
                <a:lnTo>
                  <a:pt x="438467" y="25654"/>
                </a:lnTo>
                <a:lnTo>
                  <a:pt x="431698" y="28956"/>
                </a:lnTo>
                <a:lnTo>
                  <a:pt x="428650" y="31369"/>
                </a:lnTo>
                <a:lnTo>
                  <a:pt x="425970" y="34671"/>
                </a:lnTo>
                <a:lnTo>
                  <a:pt x="425970" y="26162"/>
                </a:lnTo>
                <a:lnTo>
                  <a:pt x="414553" y="26162"/>
                </a:lnTo>
                <a:lnTo>
                  <a:pt x="414553" y="115697"/>
                </a:lnTo>
                <a:lnTo>
                  <a:pt x="427101" y="115697"/>
                </a:lnTo>
                <a:lnTo>
                  <a:pt x="427101" y="84201"/>
                </a:lnTo>
                <a:lnTo>
                  <a:pt x="429247" y="86487"/>
                </a:lnTo>
                <a:lnTo>
                  <a:pt x="431952" y="88392"/>
                </a:lnTo>
                <a:lnTo>
                  <a:pt x="438581" y="91567"/>
                </a:lnTo>
                <a:lnTo>
                  <a:pt x="442341" y="92329"/>
                </a:lnTo>
                <a:lnTo>
                  <a:pt x="452234" y="92329"/>
                </a:lnTo>
                <a:lnTo>
                  <a:pt x="460006" y="84201"/>
                </a:lnTo>
                <a:lnTo>
                  <a:pt x="460857" y="83312"/>
                </a:lnTo>
                <a:lnTo>
                  <a:pt x="478739" y="64643"/>
                </a:lnTo>
                <a:lnTo>
                  <a:pt x="478739" y="51816"/>
                </a:lnTo>
                <a:close/>
              </a:path>
              <a:path w="514984" h="116204">
                <a:moveTo>
                  <a:pt x="514870" y="96012"/>
                </a:moveTo>
                <a:lnTo>
                  <a:pt x="513156" y="86360"/>
                </a:lnTo>
                <a:lnTo>
                  <a:pt x="509079" y="86741"/>
                </a:lnTo>
                <a:lnTo>
                  <a:pt x="505841" y="86741"/>
                </a:lnTo>
                <a:lnTo>
                  <a:pt x="500608" y="80899"/>
                </a:lnTo>
                <a:lnTo>
                  <a:pt x="500608" y="39624"/>
                </a:lnTo>
                <a:lnTo>
                  <a:pt x="513156" y="39624"/>
                </a:lnTo>
                <a:lnTo>
                  <a:pt x="513156" y="30988"/>
                </a:lnTo>
                <a:lnTo>
                  <a:pt x="500608" y="30988"/>
                </a:lnTo>
                <a:lnTo>
                  <a:pt x="500608" y="8255"/>
                </a:lnTo>
                <a:lnTo>
                  <a:pt x="488061" y="14986"/>
                </a:lnTo>
                <a:lnTo>
                  <a:pt x="488061" y="30988"/>
                </a:lnTo>
                <a:lnTo>
                  <a:pt x="478790" y="30988"/>
                </a:lnTo>
                <a:lnTo>
                  <a:pt x="478790" y="39624"/>
                </a:lnTo>
                <a:lnTo>
                  <a:pt x="488061" y="39624"/>
                </a:lnTo>
                <a:lnTo>
                  <a:pt x="488061" y="83693"/>
                </a:lnTo>
                <a:lnTo>
                  <a:pt x="500888" y="97028"/>
                </a:lnTo>
                <a:lnTo>
                  <a:pt x="508190" y="97028"/>
                </a:lnTo>
                <a:lnTo>
                  <a:pt x="511352" y="96774"/>
                </a:lnTo>
                <a:lnTo>
                  <a:pt x="514870" y="96012"/>
                </a:lnTo>
                <a:close/>
              </a:path>
            </a:pathLst>
          </a:custGeom>
          <a:solidFill>
            <a:srgbClr val="15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520700" y="8629681"/>
            <a:ext cx="2141855" cy="118110"/>
            <a:chOff x="520700" y="8629681"/>
            <a:chExt cx="2141855" cy="118110"/>
          </a:xfrm>
        </p:grpSpPr>
        <p:sp>
          <p:nvSpPr>
            <p:cNvPr id="38" name="object 38"/>
            <p:cNvSpPr/>
            <p:nvPr/>
          </p:nvSpPr>
          <p:spPr>
            <a:xfrm>
              <a:off x="854710" y="8654541"/>
              <a:ext cx="139065" cy="67945"/>
            </a:xfrm>
            <a:custGeom>
              <a:avLst/>
              <a:gdLst/>
              <a:ahLst/>
              <a:cxnLst/>
              <a:rect l="l" t="t" r="r" b="b"/>
              <a:pathLst>
                <a:path w="139065" h="67945">
                  <a:moveTo>
                    <a:pt x="64325" y="44069"/>
                  </a:moveTo>
                  <a:lnTo>
                    <a:pt x="52057" y="42672"/>
                  </a:lnTo>
                  <a:lnTo>
                    <a:pt x="51181" y="48133"/>
                  </a:lnTo>
                  <a:lnTo>
                    <a:pt x="49085" y="52197"/>
                  </a:lnTo>
                  <a:lnTo>
                    <a:pt x="42494" y="57531"/>
                  </a:lnTo>
                  <a:lnTo>
                    <a:pt x="38392" y="58801"/>
                  </a:lnTo>
                  <a:lnTo>
                    <a:pt x="27330" y="58801"/>
                  </a:lnTo>
                  <a:lnTo>
                    <a:pt x="22364" y="56769"/>
                  </a:lnTo>
                  <a:lnTo>
                    <a:pt x="14732" y="48895"/>
                  </a:lnTo>
                  <a:lnTo>
                    <a:pt x="12827" y="42545"/>
                  </a:lnTo>
                  <a:lnTo>
                    <a:pt x="12827" y="25273"/>
                  </a:lnTo>
                  <a:lnTo>
                    <a:pt x="14808" y="18923"/>
                  </a:lnTo>
                  <a:lnTo>
                    <a:pt x="22720" y="10922"/>
                  </a:lnTo>
                  <a:lnTo>
                    <a:pt x="27863" y="9017"/>
                  </a:lnTo>
                  <a:lnTo>
                    <a:pt x="38366" y="9017"/>
                  </a:lnTo>
                  <a:lnTo>
                    <a:pt x="41935" y="10033"/>
                  </a:lnTo>
                  <a:lnTo>
                    <a:pt x="47853" y="14478"/>
                  </a:lnTo>
                  <a:lnTo>
                    <a:pt x="49898" y="17780"/>
                  </a:lnTo>
                  <a:lnTo>
                    <a:pt x="51054" y="22098"/>
                  </a:lnTo>
                  <a:lnTo>
                    <a:pt x="63182" y="20574"/>
                  </a:lnTo>
                  <a:lnTo>
                    <a:pt x="61747" y="13970"/>
                  </a:lnTo>
                  <a:lnTo>
                    <a:pt x="58470" y="8890"/>
                  </a:lnTo>
                  <a:lnTo>
                    <a:pt x="48272" y="1778"/>
                  </a:lnTo>
                  <a:lnTo>
                    <a:pt x="41694" y="0"/>
                  </a:lnTo>
                  <a:lnTo>
                    <a:pt x="27305" y="0"/>
                  </a:lnTo>
                  <a:lnTo>
                    <a:pt x="0" y="27178"/>
                  </a:lnTo>
                  <a:lnTo>
                    <a:pt x="0" y="34163"/>
                  </a:lnTo>
                  <a:lnTo>
                    <a:pt x="26377" y="67310"/>
                  </a:lnTo>
                  <a:lnTo>
                    <a:pt x="33591" y="67818"/>
                  </a:lnTo>
                  <a:lnTo>
                    <a:pt x="41643" y="67818"/>
                  </a:lnTo>
                  <a:lnTo>
                    <a:pt x="48463" y="65786"/>
                  </a:lnTo>
                  <a:lnTo>
                    <a:pt x="59537" y="57277"/>
                  </a:lnTo>
                  <a:lnTo>
                    <a:pt x="62966" y="51562"/>
                  </a:lnTo>
                  <a:lnTo>
                    <a:pt x="64325" y="44069"/>
                  </a:lnTo>
                  <a:close/>
                </a:path>
                <a:path w="139065" h="67945">
                  <a:moveTo>
                    <a:pt x="138912" y="66421"/>
                  </a:moveTo>
                  <a:lnTo>
                    <a:pt x="136436" y="58293"/>
                  </a:lnTo>
                  <a:lnTo>
                    <a:pt x="135369" y="54737"/>
                  </a:lnTo>
                  <a:lnTo>
                    <a:pt x="135255" y="54356"/>
                  </a:lnTo>
                  <a:lnTo>
                    <a:pt x="134391" y="30099"/>
                  </a:lnTo>
                  <a:lnTo>
                    <a:pt x="134277" y="26670"/>
                  </a:lnTo>
                  <a:lnTo>
                    <a:pt x="134226" y="25146"/>
                  </a:lnTo>
                  <a:lnTo>
                    <a:pt x="134099" y="21590"/>
                  </a:lnTo>
                  <a:lnTo>
                    <a:pt x="134048" y="20066"/>
                  </a:lnTo>
                  <a:lnTo>
                    <a:pt x="133934" y="16891"/>
                  </a:lnTo>
                  <a:lnTo>
                    <a:pt x="133819" y="13716"/>
                  </a:lnTo>
                  <a:lnTo>
                    <a:pt x="133756" y="11684"/>
                  </a:lnTo>
                  <a:lnTo>
                    <a:pt x="133680" y="11303"/>
                  </a:lnTo>
                  <a:lnTo>
                    <a:pt x="130505" y="9144"/>
                  </a:lnTo>
                  <a:lnTo>
                    <a:pt x="118198" y="762"/>
                  </a:lnTo>
                  <a:lnTo>
                    <a:pt x="118808" y="762"/>
                  </a:lnTo>
                  <a:lnTo>
                    <a:pt x="112661" y="0"/>
                  </a:lnTo>
                  <a:lnTo>
                    <a:pt x="99974" y="0"/>
                  </a:lnTo>
                  <a:lnTo>
                    <a:pt x="72872" y="20066"/>
                  </a:lnTo>
                  <a:lnTo>
                    <a:pt x="85140" y="21590"/>
                  </a:lnTo>
                  <a:lnTo>
                    <a:pt x="86499" y="16891"/>
                  </a:lnTo>
                  <a:lnTo>
                    <a:pt x="88569" y="13716"/>
                  </a:lnTo>
                  <a:lnTo>
                    <a:pt x="94195" y="10033"/>
                  </a:lnTo>
                  <a:lnTo>
                    <a:pt x="98564" y="9144"/>
                  </a:lnTo>
                  <a:lnTo>
                    <a:pt x="110807" y="9144"/>
                  </a:lnTo>
                  <a:lnTo>
                    <a:pt x="115595" y="10287"/>
                  </a:lnTo>
                  <a:lnTo>
                    <a:pt x="121183" y="14732"/>
                  </a:lnTo>
                  <a:lnTo>
                    <a:pt x="122364" y="17780"/>
                  </a:lnTo>
                  <a:lnTo>
                    <a:pt x="122364" y="25146"/>
                  </a:lnTo>
                  <a:lnTo>
                    <a:pt x="122364" y="33782"/>
                  </a:lnTo>
                  <a:lnTo>
                    <a:pt x="118605" y="51816"/>
                  </a:lnTo>
                  <a:lnTo>
                    <a:pt x="118516" y="52070"/>
                  </a:lnTo>
                  <a:lnTo>
                    <a:pt x="103898" y="59182"/>
                  </a:lnTo>
                  <a:lnTo>
                    <a:pt x="94195" y="59182"/>
                  </a:lnTo>
                  <a:lnTo>
                    <a:pt x="90881" y="58293"/>
                  </a:lnTo>
                  <a:lnTo>
                    <a:pt x="90627" y="58293"/>
                  </a:lnTo>
                  <a:lnTo>
                    <a:pt x="85407" y="54356"/>
                  </a:lnTo>
                  <a:lnTo>
                    <a:pt x="84226" y="52070"/>
                  </a:lnTo>
                  <a:lnTo>
                    <a:pt x="84150" y="46990"/>
                  </a:lnTo>
                  <a:lnTo>
                    <a:pt x="84734" y="45339"/>
                  </a:lnTo>
                  <a:lnTo>
                    <a:pt x="110959" y="36830"/>
                  </a:lnTo>
                  <a:lnTo>
                    <a:pt x="117805" y="35433"/>
                  </a:lnTo>
                  <a:lnTo>
                    <a:pt x="122364" y="33782"/>
                  </a:lnTo>
                  <a:lnTo>
                    <a:pt x="122364" y="25146"/>
                  </a:lnTo>
                  <a:lnTo>
                    <a:pt x="117513" y="26670"/>
                  </a:lnTo>
                  <a:lnTo>
                    <a:pt x="110032" y="27940"/>
                  </a:lnTo>
                  <a:lnTo>
                    <a:pt x="94932" y="29464"/>
                  </a:lnTo>
                  <a:lnTo>
                    <a:pt x="91198" y="30099"/>
                  </a:lnTo>
                  <a:lnTo>
                    <a:pt x="70739" y="46101"/>
                  </a:lnTo>
                  <a:lnTo>
                    <a:pt x="70739" y="54737"/>
                  </a:lnTo>
                  <a:lnTo>
                    <a:pt x="72504" y="58293"/>
                  </a:lnTo>
                  <a:lnTo>
                    <a:pt x="72974" y="59182"/>
                  </a:lnTo>
                  <a:lnTo>
                    <a:pt x="81673" y="66040"/>
                  </a:lnTo>
                  <a:lnTo>
                    <a:pt x="87922" y="67818"/>
                  </a:lnTo>
                  <a:lnTo>
                    <a:pt x="100990" y="67818"/>
                  </a:lnTo>
                  <a:lnTo>
                    <a:pt x="105613" y="67183"/>
                  </a:lnTo>
                  <a:lnTo>
                    <a:pt x="114211" y="64262"/>
                  </a:lnTo>
                  <a:lnTo>
                    <a:pt x="118706" y="61849"/>
                  </a:lnTo>
                  <a:lnTo>
                    <a:pt x="122199" y="59182"/>
                  </a:lnTo>
                  <a:lnTo>
                    <a:pt x="123367" y="58293"/>
                  </a:lnTo>
                  <a:lnTo>
                    <a:pt x="123723" y="61468"/>
                  </a:lnTo>
                  <a:lnTo>
                    <a:pt x="124472" y="64008"/>
                  </a:lnTo>
                  <a:lnTo>
                    <a:pt x="124587" y="64262"/>
                  </a:lnTo>
                  <a:lnTo>
                    <a:pt x="125793" y="66421"/>
                  </a:lnTo>
                  <a:lnTo>
                    <a:pt x="138912" y="66421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8761" y="8629681"/>
              <a:ext cx="1653794" cy="11769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20700" y="8643658"/>
              <a:ext cx="324485" cy="90805"/>
            </a:xfrm>
            <a:custGeom>
              <a:avLst/>
              <a:gdLst/>
              <a:ahLst/>
              <a:cxnLst/>
              <a:rect l="l" t="t" r="r" b="b"/>
              <a:pathLst>
                <a:path w="324484" h="90804">
                  <a:moveTo>
                    <a:pt x="78016" y="22059"/>
                  </a:moveTo>
                  <a:lnTo>
                    <a:pt x="64033" y="4076"/>
                  </a:lnTo>
                  <a:lnTo>
                    <a:pt x="64033" y="23075"/>
                  </a:lnTo>
                  <a:lnTo>
                    <a:pt x="64033" y="32092"/>
                  </a:lnTo>
                  <a:lnTo>
                    <a:pt x="62204" y="36156"/>
                  </a:lnTo>
                  <a:lnTo>
                    <a:pt x="54864" y="41871"/>
                  </a:lnTo>
                  <a:lnTo>
                    <a:pt x="48679" y="43268"/>
                  </a:lnTo>
                  <a:lnTo>
                    <a:pt x="13550" y="43268"/>
                  </a:lnTo>
                  <a:lnTo>
                    <a:pt x="13550" y="11137"/>
                  </a:lnTo>
                  <a:lnTo>
                    <a:pt x="45783" y="11137"/>
                  </a:lnTo>
                  <a:lnTo>
                    <a:pt x="64033" y="23075"/>
                  </a:lnTo>
                  <a:lnTo>
                    <a:pt x="64033" y="4076"/>
                  </a:lnTo>
                  <a:lnTo>
                    <a:pt x="63322" y="3644"/>
                  </a:lnTo>
                  <a:lnTo>
                    <a:pt x="59118" y="2120"/>
                  </a:lnTo>
                  <a:lnTo>
                    <a:pt x="54102" y="1485"/>
                  </a:lnTo>
                  <a:lnTo>
                    <a:pt x="50507" y="850"/>
                  </a:lnTo>
                  <a:lnTo>
                    <a:pt x="45326" y="596"/>
                  </a:lnTo>
                  <a:lnTo>
                    <a:pt x="0" y="596"/>
                  </a:lnTo>
                  <a:lnTo>
                    <a:pt x="0" y="90385"/>
                  </a:lnTo>
                  <a:lnTo>
                    <a:pt x="13550" y="90385"/>
                  </a:lnTo>
                  <a:lnTo>
                    <a:pt x="13550" y="53809"/>
                  </a:lnTo>
                  <a:lnTo>
                    <a:pt x="39738" y="53809"/>
                  </a:lnTo>
                  <a:lnTo>
                    <a:pt x="72466" y="43268"/>
                  </a:lnTo>
                  <a:lnTo>
                    <a:pt x="75260" y="40601"/>
                  </a:lnTo>
                  <a:lnTo>
                    <a:pt x="78016" y="34124"/>
                  </a:lnTo>
                  <a:lnTo>
                    <a:pt x="78016" y="22059"/>
                  </a:lnTo>
                  <a:close/>
                </a:path>
                <a:path w="324484" h="90804">
                  <a:moveTo>
                    <a:pt x="119595" y="27520"/>
                  </a:moveTo>
                  <a:lnTo>
                    <a:pt x="115214" y="25234"/>
                  </a:lnTo>
                  <a:lnTo>
                    <a:pt x="110909" y="24091"/>
                  </a:lnTo>
                  <a:lnTo>
                    <a:pt x="103759" y="24091"/>
                  </a:lnTo>
                  <a:lnTo>
                    <a:pt x="101079" y="24853"/>
                  </a:lnTo>
                  <a:lnTo>
                    <a:pt x="96177" y="27774"/>
                  </a:lnTo>
                  <a:lnTo>
                    <a:pt x="93510" y="30822"/>
                  </a:lnTo>
                  <a:lnTo>
                    <a:pt x="90639" y="35394"/>
                  </a:lnTo>
                  <a:lnTo>
                    <a:pt x="90639" y="25488"/>
                  </a:lnTo>
                  <a:lnTo>
                    <a:pt x="79375" y="25488"/>
                  </a:lnTo>
                  <a:lnTo>
                    <a:pt x="79375" y="90639"/>
                  </a:lnTo>
                  <a:lnTo>
                    <a:pt x="91922" y="90639"/>
                  </a:lnTo>
                  <a:lnTo>
                    <a:pt x="91922" y="51904"/>
                  </a:lnTo>
                  <a:lnTo>
                    <a:pt x="92608" y="47586"/>
                  </a:lnTo>
                  <a:lnTo>
                    <a:pt x="94945" y="41109"/>
                  </a:lnTo>
                  <a:lnTo>
                    <a:pt x="96494" y="39077"/>
                  </a:lnTo>
                  <a:lnTo>
                    <a:pt x="100812" y="36283"/>
                  </a:lnTo>
                  <a:lnTo>
                    <a:pt x="103263" y="35521"/>
                  </a:lnTo>
                  <a:lnTo>
                    <a:pt x="109042" y="35521"/>
                  </a:lnTo>
                  <a:lnTo>
                    <a:pt x="112077" y="36283"/>
                  </a:lnTo>
                  <a:lnTo>
                    <a:pt x="115125" y="37807"/>
                  </a:lnTo>
                  <a:lnTo>
                    <a:pt x="119595" y="27520"/>
                  </a:lnTo>
                  <a:close/>
                </a:path>
                <a:path w="324484" h="90804">
                  <a:moveTo>
                    <a:pt x="188188" y="89369"/>
                  </a:moveTo>
                  <a:lnTo>
                    <a:pt x="185712" y="81114"/>
                  </a:lnTo>
                  <a:lnTo>
                    <a:pt x="184645" y="77558"/>
                  </a:lnTo>
                  <a:lnTo>
                    <a:pt x="184531" y="77177"/>
                  </a:lnTo>
                  <a:lnTo>
                    <a:pt x="183375" y="44411"/>
                  </a:lnTo>
                  <a:lnTo>
                    <a:pt x="183311" y="42887"/>
                  </a:lnTo>
                  <a:lnTo>
                    <a:pt x="183210" y="39712"/>
                  </a:lnTo>
                  <a:lnTo>
                    <a:pt x="183095" y="36537"/>
                  </a:lnTo>
                  <a:lnTo>
                    <a:pt x="183032" y="34505"/>
                  </a:lnTo>
                  <a:lnTo>
                    <a:pt x="182956" y="34251"/>
                  </a:lnTo>
                  <a:lnTo>
                    <a:pt x="179628" y="31965"/>
                  </a:lnTo>
                  <a:lnTo>
                    <a:pt x="167487" y="23583"/>
                  </a:lnTo>
                  <a:lnTo>
                    <a:pt x="168109" y="23583"/>
                  </a:lnTo>
                  <a:lnTo>
                    <a:pt x="161937" y="22821"/>
                  </a:lnTo>
                  <a:lnTo>
                    <a:pt x="149250" y="22821"/>
                  </a:lnTo>
                  <a:lnTo>
                    <a:pt x="122161" y="42887"/>
                  </a:lnTo>
                  <a:lnTo>
                    <a:pt x="134416" y="44411"/>
                  </a:lnTo>
                  <a:lnTo>
                    <a:pt x="135775" y="39712"/>
                  </a:lnTo>
                  <a:lnTo>
                    <a:pt x="137845" y="36537"/>
                  </a:lnTo>
                  <a:lnTo>
                    <a:pt x="143471" y="32854"/>
                  </a:lnTo>
                  <a:lnTo>
                    <a:pt x="147853" y="31965"/>
                  </a:lnTo>
                  <a:lnTo>
                    <a:pt x="160083" y="31965"/>
                  </a:lnTo>
                  <a:lnTo>
                    <a:pt x="164871" y="33235"/>
                  </a:lnTo>
                  <a:lnTo>
                    <a:pt x="170446" y="37553"/>
                  </a:lnTo>
                  <a:lnTo>
                    <a:pt x="171640" y="40728"/>
                  </a:lnTo>
                  <a:lnTo>
                    <a:pt x="171640" y="48094"/>
                  </a:lnTo>
                  <a:lnTo>
                    <a:pt x="171640" y="56730"/>
                  </a:lnTo>
                  <a:lnTo>
                    <a:pt x="167881" y="74764"/>
                  </a:lnTo>
                  <a:lnTo>
                    <a:pt x="167792" y="74891"/>
                  </a:lnTo>
                  <a:lnTo>
                    <a:pt x="153174" y="82003"/>
                  </a:lnTo>
                  <a:lnTo>
                    <a:pt x="143471" y="82003"/>
                  </a:lnTo>
                  <a:lnTo>
                    <a:pt x="140157" y="81114"/>
                  </a:lnTo>
                  <a:lnTo>
                    <a:pt x="139903" y="81114"/>
                  </a:lnTo>
                  <a:lnTo>
                    <a:pt x="134683" y="77177"/>
                  </a:lnTo>
                  <a:lnTo>
                    <a:pt x="133502" y="74891"/>
                  </a:lnTo>
                  <a:lnTo>
                    <a:pt x="133413" y="69938"/>
                  </a:lnTo>
                  <a:lnTo>
                    <a:pt x="134010" y="68160"/>
                  </a:lnTo>
                  <a:lnTo>
                    <a:pt x="160235" y="59651"/>
                  </a:lnTo>
                  <a:lnTo>
                    <a:pt x="167081" y="58381"/>
                  </a:lnTo>
                  <a:lnTo>
                    <a:pt x="171640" y="56730"/>
                  </a:lnTo>
                  <a:lnTo>
                    <a:pt x="171640" y="48094"/>
                  </a:lnTo>
                  <a:lnTo>
                    <a:pt x="166789" y="49491"/>
                  </a:lnTo>
                  <a:lnTo>
                    <a:pt x="159308" y="50761"/>
                  </a:lnTo>
                  <a:lnTo>
                    <a:pt x="144208" y="52412"/>
                  </a:lnTo>
                  <a:lnTo>
                    <a:pt x="140474" y="52920"/>
                  </a:lnTo>
                  <a:lnTo>
                    <a:pt x="120015" y="68922"/>
                  </a:lnTo>
                  <a:lnTo>
                    <a:pt x="120015" y="77558"/>
                  </a:lnTo>
                  <a:lnTo>
                    <a:pt x="121780" y="81114"/>
                  </a:lnTo>
                  <a:lnTo>
                    <a:pt x="122250" y="82003"/>
                  </a:lnTo>
                  <a:lnTo>
                    <a:pt x="130949" y="88988"/>
                  </a:lnTo>
                  <a:lnTo>
                    <a:pt x="137198" y="90766"/>
                  </a:lnTo>
                  <a:lnTo>
                    <a:pt x="150279" y="90766"/>
                  </a:lnTo>
                  <a:lnTo>
                    <a:pt x="154889" y="90004"/>
                  </a:lnTo>
                  <a:lnTo>
                    <a:pt x="163487" y="87083"/>
                  </a:lnTo>
                  <a:lnTo>
                    <a:pt x="167982" y="84670"/>
                  </a:lnTo>
                  <a:lnTo>
                    <a:pt x="171475" y="82003"/>
                  </a:lnTo>
                  <a:lnTo>
                    <a:pt x="172643" y="81114"/>
                  </a:lnTo>
                  <a:lnTo>
                    <a:pt x="172999" y="84289"/>
                  </a:lnTo>
                  <a:lnTo>
                    <a:pt x="173748" y="86829"/>
                  </a:lnTo>
                  <a:lnTo>
                    <a:pt x="173863" y="87083"/>
                  </a:lnTo>
                  <a:lnTo>
                    <a:pt x="175069" y="89369"/>
                  </a:lnTo>
                  <a:lnTo>
                    <a:pt x="188188" y="89369"/>
                  </a:lnTo>
                  <a:close/>
                </a:path>
                <a:path w="324484" h="90804">
                  <a:moveTo>
                    <a:pt x="264223" y="67017"/>
                  </a:moveTo>
                  <a:lnTo>
                    <a:pt x="251955" y="65493"/>
                  </a:lnTo>
                  <a:lnTo>
                    <a:pt x="251079" y="70954"/>
                  </a:lnTo>
                  <a:lnTo>
                    <a:pt x="248996" y="75018"/>
                  </a:lnTo>
                  <a:lnTo>
                    <a:pt x="242404" y="80352"/>
                  </a:lnTo>
                  <a:lnTo>
                    <a:pt x="238290" y="81622"/>
                  </a:lnTo>
                  <a:lnTo>
                    <a:pt x="227241" y="81622"/>
                  </a:lnTo>
                  <a:lnTo>
                    <a:pt x="222275" y="79717"/>
                  </a:lnTo>
                  <a:lnTo>
                    <a:pt x="214642" y="71843"/>
                  </a:lnTo>
                  <a:lnTo>
                    <a:pt x="212737" y="65493"/>
                  </a:lnTo>
                  <a:lnTo>
                    <a:pt x="212737" y="48094"/>
                  </a:lnTo>
                  <a:lnTo>
                    <a:pt x="214706" y="41744"/>
                  </a:lnTo>
                  <a:lnTo>
                    <a:pt x="222631" y="33870"/>
                  </a:lnTo>
                  <a:lnTo>
                    <a:pt x="227761" y="31838"/>
                  </a:lnTo>
                  <a:lnTo>
                    <a:pt x="238264" y="31838"/>
                  </a:lnTo>
                  <a:lnTo>
                    <a:pt x="241833" y="32981"/>
                  </a:lnTo>
                  <a:lnTo>
                    <a:pt x="247751" y="37426"/>
                  </a:lnTo>
                  <a:lnTo>
                    <a:pt x="249796" y="40601"/>
                  </a:lnTo>
                  <a:lnTo>
                    <a:pt x="250964" y="45046"/>
                  </a:lnTo>
                  <a:lnTo>
                    <a:pt x="263093" y="43395"/>
                  </a:lnTo>
                  <a:lnTo>
                    <a:pt x="261658" y="36791"/>
                  </a:lnTo>
                  <a:lnTo>
                    <a:pt x="258381" y="31711"/>
                  </a:lnTo>
                  <a:lnTo>
                    <a:pt x="248183" y="24599"/>
                  </a:lnTo>
                  <a:lnTo>
                    <a:pt x="241592" y="22821"/>
                  </a:lnTo>
                  <a:lnTo>
                    <a:pt x="227215" y="22821"/>
                  </a:lnTo>
                  <a:lnTo>
                    <a:pt x="199898" y="49999"/>
                  </a:lnTo>
                  <a:lnTo>
                    <a:pt x="199898" y="56984"/>
                  </a:lnTo>
                  <a:lnTo>
                    <a:pt x="226288" y="90131"/>
                  </a:lnTo>
                  <a:lnTo>
                    <a:pt x="233502" y="90766"/>
                  </a:lnTo>
                  <a:lnTo>
                    <a:pt x="241554" y="90766"/>
                  </a:lnTo>
                  <a:lnTo>
                    <a:pt x="248373" y="88607"/>
                  </a:lnTo>
                  <a:lnTo>
                    <a:pt x="259448" y="80225"/>
                  </a:lnTo>
                  <a:lnTo>
                    <a:pt x="262877" y="74383"/>
                  </a:lnTo>
                  <a:lnTo>
                    <a:pt x="264223" y="67017"/>
                  </a:lnTo>
                  <a:close/>
                </a:path>
                <a:path w="324484" h="90804">
                  <a:moveTo>
                    <a:pt x="300863" y="89750"/>
                  </a:moveTo>
                  <a:lnTo>
                    <a:pt x="299161" y="79971"/>
                  </a:lnTo>
                  <a:lnTo>
                    <a:pt x="295059" y="80352"/>
                  </a:lnTo>
                  <a:lnTo>
                    <a:pt x="291833" y="80352"/>
                  </a:lnTo>
                  <a:lnTo>
                    <a:pt x="286600" y="74510"/>
                  </a:lnTo>
                  <a:lnTo>
                    <a:pt x="286600" y="33235"/>
                  </a:lnTo>
                  <a:lnTo>
                    <a:pt x="299161" y="33235"/>
                  </a:lnTo>
                  <a:lnTo>
                    <a:pt x="299161" y="24726"/>
                  </a:lnTo>
                  <a:lnTo>
                    <a:pt x="286600" y="24726"/>
                  </a:lnTo>
                  <a:lnTo>
                    <a:pt x="286600" y="1993"/>
                  </a:lnTo>
                  <a:lnTo>
                    <a:pt x="274053" y="8597"/>
                  </a:lnTo>
                  <a:lnTo>
                    <a:pt x="274053" y="24726"/>
                  </a:lnTo>
                  <a:lnTo>
                    <a:pt x="264782" y="24726"/>
                  </a:lnTo>
                  <a:lnTo>
                    <a:pt x="264782" y="33235"/>
                  </a:lnTo>
                  <a:lnTo>
                    <a:pt x="274053" y="33235"/>
                  </a:lnTo>
                  <a:lnTo>
                    <a:pt x="274053" y="77304"/>
                  </a:lnTo>
                  <a:lnTo>
                    <a:pt x="274548" y="81749"/>
                  </a:lnTo>
                  <a:lnTo>
                    <a:pt x="276593" y="85813"/>
                  </a:lnTo>
                  <a:lnTo>
                    <a:pt x="278358" y="87464"/>
                  </a:lnTo>
                  <a:lnTo>
                    <a:pt x="283375" y="90004"/>
                  </a:lnTo>
                  <a:lnTo>
                    <a:pt x="286893" y="90639"/>
                  </a:lnTo>
                  <a:lnTo>
                    <a:pt x="294182" y="90639"/>
                  </a:lnTo>
                  <a:lnTo>
                    <a:pt x="297345" y="90385"/>
                  </a:lnTo>
                  <a:lnTo>
                    <a:pt x="300863" y="89750"/>
                  </a:lnTo>
                  <a:close/>
                </a:path>
                <a:path w="324484" h="90804">
                  <a:moveTo>
                    <a:pt x="324091" y="24638"/>
                  </a:moveTo>
                  <a:lnTo>
                    <a:pt x="311531" y="24638"/>
                  </a:lnTo>
                  <a:lnTo>
                    <a:pt x="311531" y="89750"/>
                  </a:lnTo>
                  <a:lnTo>
                    <a:pt x="324091" y="89750"/>
                  </a:lnTo>
                  <a:lnTo>
                    <a:pt x="324091" y="24638"/>
                  </a:lnTo>
                  <a:close/>
                </a:path>
                <a:path w="324484" h="90804">
                  <a:moveTo>
                    <a:pt x="324091" y="0"/>
                  </a:moveTo>
                  <a:lnTo>
                    <a:pt x="311531" y="0"/>
                  </a:lnTo>
                  <a:lnTo>
                    <a:pt x="311531" y="12534"/>
                  </a:lnTo>
                  <a:lnTo>
                    <a:pt x="324091" y="12534"/>
                  </a:lnTo>
                  <a:lnTo>
                    <a:pt x="324091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3110864" y="7514208"/>
            <a:ext cx="1274445" cy="141605"/>
            <a:chOff x="3110864" y="7514208"/>
            <a:chExt cx="1274445" cy="141605"/>
          </a:xfrm>
        </p:grpSpPr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10864" y="7514208"/>
              <a:ext cx="372389" cy="14109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05834" y="7514208"/>
              <a:ext cx="348640" cy="14109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76674" y="7516532"/>
              <a:ext cx="128257" cy="1363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031488" y="7517383"/>
              <a:ext cx="101600" cy="135890"/>
            </a:xfrm>
            <a:custGeom>
              <a:avLst/>
              <a:gdLst/>
              <a:ahLst/>
              <a:cxnLst/>
              <a:rect l="l" t="t" r="r" b="b"/>
              <a:pathLst>
                <a:path w="101600" h="135890">
                  <a:moveTo>
                    <a:pt x="101092" y="113030"/>
                  </a:moveTo>
                  <a:lnTo>
                    <a:pt x="26924" y="113030"/>
                  </a:lnTo>
                  <a:lnTo>
                    <a:pt x="26924" y="76200"/>
                  </a:lnTo>
                  <a:lnTo>
                    <a:pt x="93472" y="76200"/>
                  </a:lnTo>
                  <a:lnTo>
                    <a:pt x="93472" y="53340"/>
                  </a:lnTo>
                  <a:lnTo>
                    <a:pt x="26924" y="53340"/>
                  </a:lnTo>
                  <a:lnTo>
                    <a:pt x="26924" y="22860"/>
                  </a:lnTo>
                  <a:lnTo>
                    <a:pt x="98552" y="22860"/>
                  </a:lnTo>
                  <a:lnTo>
                    <a:pt x="98552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53340"/>
                  </a:lnTo>
                  <a:lnTo>
                    <a:pt x="0" y="76200"/>
                  </a:lnTo>
                  <a:lnTo>
                    <a:pt x="0" y="113030"/>
                  </a:lnTo>
                  <a:lnTo>
                    <a:pt x="0" y="135890"/>
                  </a:lnTo>
                  <a:lnTo>
                    <a:pt x="101092" y="135890"/>
                  </a:lnTo>
                  <a:lnTo>
                    <a:pt x="101092" y="11303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55566" y="7516583"/>
              <a:ext cx="229730" cy="136436"/>
            </a:xfrm>
            <a:prstGeom prst="rect">
              <a:avLst/>
            </a:prstGeom>
          </p:spPr>
        </p:pic>
      </p:grpSp>
      <p:sp>
        <p:nvSpPr>
          <p:cNvPr id="47" name="object 47"/>
          <p:cNvSpPr/>
          <p:nvPr/>
        </p:nvSpPr>
        <p:spPr>
          <a:xfrm>
            <a:off x="381000" y="4734940"/>
            <a:ext cx="6661150" cy="2660015"/>
          </a:xfrm>
          <a:custGeom>
            <a:avLst/>
            <a:gdLst/>
            <a:ahLst/>
            <a:cxnLst/>
            <a:rect l="l" t="t" r="r" b="b"/>
            <a:pathLst>
              <a:path w="6661150" h="2660015">
                <a:moveTo>
                  <a:pt x="0" y="2659761"/>
                </a:moveTo>
                <a:lnTo>
                  <a:pt x="6660769" y="2659761"/>
                </a:lnTo>
                <a:lnTo>
                  <a:pt x="6660769" y="0"/>
                </a:lnTo>
                <a:lnTo>
                  <a:pt x="0" y="0"/>
                </a:lnTo>
                <a:lnTo>
                  <a:pt x="0" y="2659761"/>
                </a:lnTo>
                <a:close/>
              </a:path>
            </a:pathLst>
          </a:custGeom>
          <a:ln w="12696">
            <a:solidFill>
              <a:srgbClr val="15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99965" y="9914864"/>
            <a:ext cx="1774189" cy="142875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4872990" y="10184111"/>
            <a:ext cx="375285" cy="102235"/>
            <a:chOff x="4872990" y="10184111"/>
            <a:chExt cx="375285" cy="102235"/>
          </a:xfrm>
        </p:grpSpPr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72990" y="10184111"/>
              <a:ext cx="306628" cy="10163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219700" y="10211675"/>
              <a:ext cx="28575" cy="73025"/>
            </a:xfrm>
            <a:custGeom>
              <a:avLst/>
              <a:gdLst/>
              <a:ahLst/>
              <a:cxnLst/>
              <a:rect l="l" t="t" r="r" b="b"/>
              <a:pathLst>
                <a:path w="28575" h="73025">
                  <a:moveTo>
                    <a:pt x="19050" y="53530"/>
                  </a:moveTo>
                  <a:lnTo>
                    <a:pt x="3302" y="53530"/>
                  </a:lnTo>
                  <a:lnTo>
                    <a:pt x="0" y="72428"/>
                  </a:lnTo>
                  <a:lnTo>
                    <a:pt x="15875" y="72428"/>
                  </a:lnTo>
                  <a:lnTo>
                    <a:pt x="19050" y="53530"/>
                  </a:lnTo>
                  <a:close/>
                </a:path>
                <a:path w="28575" h="73025">
                  <a:moveTo>
                    <a:pt x="28194" y="0"/>
                  </a:moveTo>
                  <a:lnTo>
                    <a:pt x="12446" y="0"/>
                  </a:lnTo>
                  <a:lnTo>
                    <a:pt x="9144" y="18961"/>
                  </a:lnTo>
                  <a:lnTo>
                    <a:pt x="25019" y="18961"/>
                  </a:lnTo>
                  <a:lnTo>
                    <a:pt x="28194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864734" y="10365715"/>
            <a:ext cx="505459" cy="131445"/>
            <a:chOff x="4864734" y="10365715"/>
            <a:chExt cx="505459" cy="131445"/>
          </a:xfrm>
        </p:grpSpPr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64734" y="10368889"/>
              <a:ext cx="302895" cy="12827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98109" y="10365715"/>
              <a:ext cx="172085" cy="101598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50900" y="10213949"/>
            <a:ext cx="1682750" cy="165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270</Words>
  <Application>Microsoft Office PowerPoint</Application>
  <PresentationFormat>Custom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MT</vt:lpstr>
      <vt:lpstr>Calibri</vt:lpstr>
      <vt:lpstr>Segoe UI Emoji</vt:lpstr>
      <vt:lpstr>Sitka Text</vt:lpstr>
      <vt:lpstr>Symbol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Subash Pradhan</dc:creator>
  <cp:lastModifiedBy>Subash Pradhan</cp:lastModifiedBy>
  <cp:revision>1</cp:revision>
  <dcterms:created xsi:type="dcterms:W3CDTF">2025-10-31T17:19:13Z</dcterms:created>
  <dcterms:modified xsi:type="dcterms:W3CDTF">2025-10-31T18:13:47Z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2025-10-31T00:00:00Z</vt:filetime>
  </property>
  <property fmtid="{D5CDD505-2E9C-101B-9397-08002B2CF9AE}" pid="5" name="Producer">
    <vt:lpwstr>www.ilovepdf.com</vt:lpwstr>
  </property>
</Properties>
</file>